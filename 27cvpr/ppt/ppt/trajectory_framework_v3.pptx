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605760" cy="5201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seven text boxes are independent top-level objects, including the velocity v. Each arrow is independently selectable. Twelve radial arrows and two double-headed arrows are native preset shapes with adjustment handles. The trajectory shaft and head are separate; cycle arrows are native freeforms editable using Edit Points. Small card, time-point and decorative-light groups have only one nesting level. Use the Selection Pane and FX-prefixed names to select or hide decorations. Decorative glow does not automatically follow subsequent edits to a curve. The velocity symbol is now editable Arial Bold Italic text and visually approximates the former outlined glyph. All other source artwork comes directly from source_v2.pptx.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grpSp>
        <p:nvGrpSpPr>
          <p:cNvPr id="3" name="FX 01 | 背景柔光"/>
          <p:cNvGrpSpPr/>
          <p:nvPr/>
        </p:nvGrpSpPr>
        <p:grpSpPr>
          <a:xfrm>
            <a:off x="274320" y="609600"/>
            <a:ext cx="4861560" cy="2895600"/>
            <a:chOff x="274320" y="609600"/>
            <a:chExt cx="4861560" cy="2895600"/>
          </a:xfrm>
        </p:grpSpPr>
        <p:sp>
          <p:nvSpPr>
            <p:cNvPr id="4" name="FX 01 | 背景柔光 / 01 01: pale blue light: halo 01"/>
            <p:cNvSpPr/>
            <p:nvPr/>
          </p:nvSpPr>
          <p:spPr>
            <a:xfrm>
              <a:off x="274320" y="609600"/>
              <a:ext cx="4861560" cy="2895600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X 01 | 背景柔光 / 02 01: pale blue light: halo 02"/>
            <p:cNvSpPr/>
            <p:nvPr/>
          </p:nvSpPr>
          <p:spPr>
            <a:xfrm>
              <a:off x="362436" y="662083"/>
              <a:ext cx="4685328" cy="2790634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X 01 | 背景柔光 / 03 01: pale blue light: halo 03"/>
            <p:cNvSpPr/>
            <p:nvPr/>
          </p:nvSpPr>
          <p:spPr>
            <a:xfrm>
              <a:off x="450552" y="714566"/>
              <a:ext cx="4509097" cy="2685669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X 01 | 背景柔光 / 04 01: pale blue light: halo 04"/>
            <p:cNvSpPr/>
            <p:nvPr/>
          </p:nvSpPr>
          <p:spPr>
            <a:xfrm>
              <a:off x="538667" y="767048"/>
              <a:ext cx="4332865" cy="2580704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X 01 | 背景柔光 / 05 01: pale blue light: halo 05"/>
            <p:cNvSpPr/>
            <p:nvPr/>
          </p:nvSpPr>
          <p:spPr>
            <a:xfrm>
              <a:off x="626783" y="819531"/>
              <a:ext cx="4156634" cy="2475738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X 01 | 背景柔光 / 06 01: pale blue light: halo 06"/>
            <p:cNvSpPr/>
            <p:nvPr/>
          </p:nvSpPr>
          <p:spPr>
            <a:xfrm>
              <a:off x="714899" y="872014"/>
              <a:ext cx="3980402" cy="2370772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X 01 | 背景柔光 / 07 01: pale blue light: halo 07"/>
            <p:cNvSpPr/>
            <p:nvPr/>
          </p:nvSpPr>
          <p:spPr>
            <a:xfrm>
              <a:off x="803015" y="924497"/>
              <a:ext cx="3804171" cy="2265807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X 01 | 背景柔光 / 08 01: pale blue light: halo 08"/>
            <p:cNvSpPr/>
            <p:nvPr/>
          </p:nvSpPr>
          <p:spPr>
            <a:xfrm>
              <a:off x="891130" y="976979"/>
              <a:ext cx="3627939" cy="2160842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X 01 | 背景柔光 / 09 01: pale blue light: halo 09"/>
            <p:cNvSpPr/>
            <p:nvPr/>
          </p:nvSpPr>
          <p:spPr>
            <a:xfrm>
              <a:off x="979246" y="1029462"/>
              <a:ext cx="3451708" cy="2055876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X 01 | 背景柔光 / 10 01: pale blue light: halo 10"/>
            <p:cNvSpPr/>
            <p:nvPr/>
          </p:nvSpPr>
          <p:spPr>
            <a:xfrm>
              <a:off x="1067362" y="1081945"/>
              <a:ext cx="3275476" cy="1950911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X 01 | 背景柔光 / 11 01: pale blue light: halo 11"/>
            <p:cNvSpPr/>
            <p:nvPr/>
          </p:nvSpPr>
          <p:spPr>
            <a:xfrm>
              <a:off x="1155478" y="1134428"/>
              <a:ext cx="3099244" cy="1845945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X 01 | 背景柔光 / 12 01: pale blue light: halo 12"/>
            <p:cNvSpPr/>
            <p:nvPr/>
          </p:nvSpPr>
          <p:spPr>
            <a:xfrm>
              <a:off x="1243594" y="1186910"/>
              <a:ext cx="2923013" cy="1740980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X 01 | 背景柔光 / 13 01: pale blue light: halo 13"/>
            <p:cNvSpPr/>
            <p:nvPr/>
          </p:nvSpPr>
          <p:spPr>
            <a:xfrm>
              <a:off x="1331709" y="1239393"/>
              <a:ext cx="2746781" cy="1636014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X 01 | 背景柔光 / 14 01: pale blue light: halo 14"/>
            <p:cNvSpPr/>
            <p:nvPr/>
          </p:nvSpPr>
          <p:spPr>
            <a:xfrm>
              <a:off x="1419825" y="1291876"/>
              <a:ext cx="2570550" cy="1531048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X 01 | 背景柔光 / 15 01: pale blue light: halo 15"/>
            <p:cNvSpPr/>
            <p:nvPr/>
          </p:nvSpPr>
          <p:spPr>
            <a:xfrm>
              <a:off x="1507941" y="1344358"/>
              <a:ext cx="2394318" cy="1426083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X 01 | 背景柔光 / 16 01: pale blue light: halo 16"/>
            <p:cNvSpPr/>
            <p:nvPr/>
          </p:nvSpPr>
          <p:spPr>
            <a:xfrm>
              <a:off x="1596057" y="1396841"/>
              <a:ext cx="2218087" cy="1321118"/>
            </a:xfrm>
            <a:prstGeom prst="ellipse">
              <a:avLst/>
            </a:prstGeom>
            <a:solidFill>
              <a:srgbClr val="7EB5FF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CARD 01.7 | 透视卡片"/>
          <p:cNvGrpSpPr/>
          <p:nvPr/>
        </p:nvGrpSpPr>
        <p:grpSpPr>
          <a:xfrm>
            <a:off x="3482340" y="711070"/>
            <a:ext cx="1249680" cy="1248539"/>
            <a:chOff x="3482340" y="711070"/>
            <a:chExt cx="1249680" cy="1248539"/>
          </a:xfrm>
        </p:grpSpPr>
        <p:sp>
          <p:nvSpPr>
            <p:cNvPr id="21" name="CARD 01.7 | 透视卡片 / 01 Soft glass edge"/>
            <p:cNvSpPr/>
            <p:nvPr/>
          </p:nvSpPr>
          <p:spPr>
            <a:xfrm>
              <a:off x="3482340" y="711070"/>
              <a:ext cx="1249680" cy="1248539"/>
            </a:xfrm>
            <a:custGeom>
              <a:avLst/>
              <a:gdLst/>
              <a:ahLst/>
              <a:cxnLst/>
              <a:rect l="0" t="0" r="r" b="b"/>
              <a:pathLst>
                <a:path w="1249680" h="1248539" fill="none">
                  <a:moveTo>
                    <a:pt x="0" y="92383"/>
                  </a:moveTo>
                  <a:cubicBezTo>
                    <a:pt x="0" y="35822"/>
                    <a:pt x="58748" y="0"/>
                    <a:pt x="131216" y="12373"/>
                  </a:cubicBezTo>
                  <a:lnTo>
                    <a:pt x="1118464" y="180927"/>
                  </a:lnTo>
                  <a:cubicBezTo>
                    <a:pt x="1190932" y="193300"/>
                    <a:pt x="1249680" y="253122"/>
                    <a:pt x="1249680" y="314544"/>
                  </a:cubicBezTo>
                  <a:lnTo>
                    <a:pt x="1249680" y="1151296"/>
                  </a:lnTo>
                  <a:cubicBezTo>
                    <a:pt x="1249680" y="1212718"/>
                    <a:pt x="1190932" y="1248539"/>
                    <a:pt x="1118464" y="1231306"/>
                  </a:cubicBezTo>
                  <a:lnTo>
                    <a:pt x="131216" y="996534"/>
                  </a:lnTo>
                  <a:cubicBezTo>
                    <a:pt x="58748" y="979300"/>
                    <a:pt x="0" y="919478"/>
                    <a:pt x="0" y="862917"/>
                  </a:cubicBezTo>
                  <a:close/>
                </a:path>
              </a:pathLst>
            </a:custGeom>
            <a:noFill/>
            <a:ln w="45720" cap="rnd">
              <a:solidFill>
                <a:srgbClr val="DEEAFC">
                  <a:alpha val="2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ARD 01.7 | 透视卡片 / 02 Soft glass edge"/>
            <p:cNvSpPr/>
            <p:nvPr/>
          </p:nvSpPr>
          <p:spPr>
            <a:xfrm>
              <a:off x="3482340" y="711070"/>
              <a:ext cx="1249680" cy="1248539"/>
            </a:xfrm>
            <a:custGeom>
              <a:avLst/>
              <a:gdLst/>
              <a:ahLst/>
              <a:cxnLst/>
              <a:rect l="0" t="0" r="r" b="b"/>
              <a:pathLst>
                <a:path w="1249680" h="1248539" fill="none">
                  <a:moveTo>
                    <a:pt x="0" y="92383"/>
                  </a:moveTo>
                  <a:cubicBezTo>
                    <a:pt x="0" y="35822"/>
                    <a:pt x="58748" y="0"/>
                    <a:pt x="131216" y="12373"/>
                  </a:cubicBezTo>
                  <a:lnTo>
                    <a:pt x="1118464" y="180927"/>
                  </a:lnTo>
                  <a:cubicBezTo>
                    <a:pt x="1190932" y="193300"/>
                    <a:pt x="1249680" y="253122"/>
                    <a:pt x="1249680" y="314544"/>
                  </a:cubicBezTo>
                  <a:lnTo>
                    <a:pt x="1249680" y="1151296"/>
                  </a:lnTo>
                  <a:cubicBezTo>
                    <a:pt x="1249680" y="1212718"/>
                    <a:pt x="1190932" y="1248539"/>
                    <a:pt x="1118464" y="1231306"/>
                  </a:cubicBezTo>
                  <a:lnTo>
                    <a:pt x="131216" y="996534"/>
                  </a:lnTo>
                  <a:cubicBezTo>
                    <a:pt x="58748" y="979300"/>
                    <a:pt x="0" y="919478"/>
                    <a:pt x="0" y="862917"/>
                  </a:cubicBezTo>
                  <a:close/>
                </a:path>
              </a:pathLst>
            </a:custGeom>
            <a:noFill/>
            <a:ln w="26670" cap="rnd">
              <a:solidFill>
                <a:srgbClr val="DEEAFC">
                  <a:alpha val="4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ARD 01.7 | 透视卡片 / 03 Glass face: depth color"/>
            <p:cNvSpPr/>
            <p:nvPr/>
          </p:nvSpPr>
          <p:spPr>
            <a:xfrm>
              <a:off x="3482340" y="711070"/>
              <a:ext cx="1249680" cy="1248539"/>
            </a:xfrm>
            <a:custGeom>
              <a:avLst/>
              <a:gdLst/>
              <a:ahLst/>
              <a:cxnLst/>
              <a:rect l="0" t="0" r="r" b="b"/>
              <a:pathLst>
                <a:path w="1249680" h="1248539">
                  <a:moveTo>
                    <a:pt x="0" y="92383"/>
                  </a:moveTo>
                  <a:cubicBezTo>
                    <a:pt x="0" y="35822"/>
                    <a:pt x="58748" y="0"/>
                    <a:pt x="131216" y="12373"/>
                  </a:cubicBezTo>
                  <a:lnTo>
                    <a:pt x="1118464" y="180927"/>
                  </a:lnTo>
                  <a:cubicBezTo>
                    <a:pt x="1190932" y="193300"/>
                    <a:pt x="1249680" y="253122"/>
                    <a:pt x="1249680" y="314544"/>
                  </a:cubicBezTo>
                  <a:lnTo>
                    <a:pt x="1249680" y="1151296"/>
                  </a:lnTo>
                  <a:cubicBezTo>
                    <a:pt x="1249680" y="1212718"/>
                    <a:pt x="1190932" y="1248539"/>
                    <a:pt x="1118464" y="1231306"/>
                  </a:cubicBezTo>
                  <a:lnTo>
                    <a:pt x="131216" y="996534"/>
                  </a:lnTo>
                  <a:cubicBezTo>
                    <a:pt x="58748" y="979300"/>
                    <a:pt x="0" y="919478"/>
                    <a:pt x="0" y="862917"/>
                  </a:cubicBezTo>
                  <a:close/>
                </a:path>
              </a:pathLst>
            </a:custGeom>
            <a:gradFill rotWithShape="1">
              <a:gsLst>
                <a:gs pos="0">
                  <a:srgbClr val="E1EDFD">
                    <a:alpha val="88000"/>
                  </a:srgbClr>
                </a:gs>
                <a:gs pos="100000">
                  <a:srgbClr val="DEEAFC">
                    <a:alpha val="88000"/>
                  </a:srgbClr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ARD 01.7 | 透视卡片 / 04 Glass face: lower fade"/>
            <p:cNvSpPr/>
            <p:nvPr/>
          </p:nvSpPr>
          <p:spPr>
            <a:xfrm>
              <a:off x="3482340" y="711070"/>
              <a:ext cx="1249680" cy="1248539"/>
            </a:xfrm>
            <a:custGeom>
              <a:avLst/>
              <a:gdLst/>
              <a:ahLst/>
              <a:cxnLst/>
              <a:rect l="0" t="0" r="r" b="b"/>
              <a:pathLst>
                <a:path w="1249680" h="1248539">
                  <a:moveTo>
                    <a:pt x="0" y="92383"/>
                  </a:moveTo>
                  <a:cubicBezTo>
                    <a:pt x="0" y="35822"/>
                    <a:pt x="58748" y="0"/>
                    <a:pt x="131216" y="12373"/>
                  </a:cubicBezTo>
                  <a:lnTo>
                    <a:pt x="1118464" y="180927"/>
                  </a:lnTo>
                  <a:cubicBezTo>
                    <a:pt x="1190932" y="193300"/>
                    <a:pt x="1249680" y="253122"/>
                    <a:pt x="1249680" y="314544"/>
                  </a:cubicBezTo>
                  <a:lnTo>
                    <a:pt x="1249680" y="1151296"/>
                  </a:lnTo>
                  <a:cubicBezTo>
                    <a:pt x="1249680" y="1212718"/>
                    <a:pt x="1190932" y="1248539"/>
                    <a:pt x="1118464" y="1231306"/>
                  </a:cubicBezTo>
                  <a:lnTo>
                    <a:pt x="131216" y="996534"/>
                  </a:lnTo>
                  <a:cubicBezTo>
                    <a:pt x="58748" y="979300"/>
                    <a:pt x="0" y="919478"/>
                    <a:pt x="0" y="862917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30000">
                  <a:srgbClr val="FFFFFF">
                    <a:alpha val="0"/>
                  </a:srgbClr>
                </a:gs>
                <a:gs pos="75000">
                  <a:srgbClr val="FFFFFF">
                    <a:alpha val="7700"/>
                  </a:srgbClr>
                </a:gs>
                <a:gs pos="100000">
                  <a:srgbClr val="FFFFFF">
                    <a:alpha val="14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CARD 01.6 | 透视卡片"/>
          <p:cNvGrpSpPr/>
          <p:nvPr/>
        </p:nvGrpSpPr>
        <p:grpSpPr>
          <a:xfrm>
            <a:off x="2994660" y="886688"/>
            <a:ext cx="1295400" cy="1240203"/>
            <a:chOff x="2994660" y="886688"/>
            <a:chExt cx="1295400" cy="1240203"/>
          </a:xfrm>
        </p:grpSpPr>
        <p:sp>
          <p:nvSpPr>
            <p:cNvPr id="26" name="CARD 01.6 | 透视卡片 / 01 Soft glass edge"/>
            <p:cNvSpPr/>
            <p:nvPr/>
          </p:nvSpPr>
          <p:spPr>
            <a:xfrm>
              <a:off x="2994660" y="886688"/>
              <a:ext cx="1295400" cy="1240203"/>
            </a:xfrm>
            <a:custGeom>
              <a:avLst/>
              <a:gdLst/>
              <a:ahLst/>
              <a:cxnLst/>
              <a:rect l="0" t="0" r="r" b="b"/>
              <a:pathLst>
                <a:path w="1295400" h="1240203" fill="none">
                  <a:moveTo>
                    <a:pt x="0" y="90424"/>
                  </a:moveTo>
                  <a:cubicBezTo>
                    <a:pt x="0" y="34747"/>
                    <a:pt x="60897" y="0"/>
                    <a:pt x="136017" y="12815"/>
                  </a:cubicBezTo>
                  <a:lnTo>
                    <a:pt x="1159383" y="187389"/>
                  </a:lnTo>
                  <a:cubicBezTo>
                    <a:pt x="1234503" y="200203"/>
                    <a:pt x="1295400" y="259667"/>
                    <a:pt x="1295400" y="320205"/>
                  </a:cubicBezTo>
                  <a:lnTo>
                    <a:pt x="1295400" y="1144918"/>
                  </a:lnTo>
                  <a:cubicBezTo>
                    <a:pt x="1295400" y="1205456"/>
                    <a:pt x="1234503" y="1240203"/>
                    <a:pt x="1159383" y="1222528"/>
                  </a:cubicBezTo>
                  <a:lnTo>
                    <a:pt x="136017" y="981736"/>
                  </a:lnTo>
                  <a:cubicBezTo>
                    <a:pt x="60897" y="964060"/>
                    <a:pt x="0" y="904596"/>
                    <a:pt x="0" y="848919"/>
                  </a:cubicBezTo>
                  <a:close/>
                </a:path>
              </a:pathLst>
            </a:custGeom>
            <a:noFill/>
            <a:ln w="45720" cap="rnd">
              <a:solidFill>
                <a:srgbClr val="D4E6FD">
                  <a:alpha val="2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CARD 01.6 | 透视卡片 / 02 Soft glass edge"/>
            <p:cNvSpPr/>
            <p:nvPr/>
          </p:nvSpPr>
          <p:spPr>
            <a:xfrm>
              <a:off x="2994660" y="886688"/>
              <a:ext cx="1295400" cy="1240203"/>
            </a:xfrm>
            <a:custGeom>
              <a:avLst/>
              <a:gdLst/>
              <a:ahLst/>
              <a:cxnLst/>
              <a:rect l="0" t="0" r="r" b="b"/>
              <a:pathLst>
                <a:path w="1295400" h="1240203" fill="none">
                  <a:moveTo>
                    <a:pt x="0" y="90424"/>
                  </a:moveTo>
                  <a:cubicBezTo>
                    <a:pt x="0" y="34747"/>
                    <a:pt x="60897" y="0"/>
                    <a:pt x="136017" y="12815"/>
                  </a:cubicBezTo>
                  <a:lnTo>
                    <a:pt x="1159383" y="187389"/>
                  </a:lnTo>
                  <a:cubicBezTo>
                    <a:pt x="1234503" y="200203"/>
                    <a:pt x="1295400" y="259667"/>
                    <a:pt x="1295400" y="320205"/>
                  </a:cubicBezTo>
                  <a:lnTo>
                    <a:pt x="1295400" y="1144918"/>
                  </a:lnTo>
                  <a:cubicBezTo>
                    <a:pt x="1295400" y="1205456"/>
                    <a:pt x="1234503" y="1240203"/>
                    <a:pt x="1159383" y="1222528"/>
                  </a:cubicBezTo>
                  <a:lnTo>
                    <a:pt x="136017" y="981736"/>
                  </a:lnTo>
                  <a:cubicBezTo>
                    <a:pt x="60897" y="964060"/>
                    <a:pt x="0" y="904596"/>
                    <a:pt x="0" y="848919"/>
                  </a:cubicBezTo>
                  <a:close/>
                </a:path>
              </a:pathLst>
            </a:custGeom>
            <a:noFill/>
            <a:ln w="26670" cap="rnd">
              <a:solidFill>
                <a:srgbClr val="D4E6FD">
                  <a:alpha val="4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CARD 01.6 | 透视卡片 / 03 Glass face: depth color"/>
            <p:cNvSpPr/>
            <p:nvPr/>
          </p:nvSpPr>
          <p:spPr>
            <a:xfrm>
              <a:off x="2994660" y="886688"/>
              <a:ext cx="1295400" cy="1240203"/>
            </a:xfrm>
            <a:custGeom>
              <a:avLst/>
              <a:gdLst/>
              <a:ahLst/>
              <a:cxnLst/>
              <a:rect l="0" t="0" r="r" b="b"/>
              <a:pathLst>
                <a:path w="1295400" h="1240203">
                  <a:moveTo>
                    <a:pt x="0" y="90424"/>
                  </a:moveTo>
                  <a:cubicBezTo>
                    <a:pt x="0" y="34747"/>
                    <a:pt x="60897" y="0"/>
                    <a:pt x="136017" y="12815"/>
                  </a:cubicBezTo>
                  <a:lnTo>
                    <a:pt x="1159383" y="187389"/>
                  </a:lnTo>
                  <a:cubicBezTo>
                    <a:pt x="1234503" y="200203"/>
                    <a:pt x="1295400" y="259667"/>
                    <a:pt x="1295400" y="320205"/>
                  </a:cubicBezTo>
                  <a:lnTo>
                    <a:pt x="1295400" y="1144918"/>
                  </a:lnTo>
                  <a:cubicBezTo>
                    <a:pt x="1295400" y="1205456"/>
                    <a:pt x="1234503" y="1240203"/>
                    <a:pt x="1159383" y="1222528"/>
                  </a:cubicBezTo>
                  <a:lnTo>
                    <a:pt x="136017" y="981736"/>
                  </a:lnTo>
                  <a:cubicBezTo>
                    <a:pt x="60897" y="964060"/>
                    <a:pt x="0" y="904596"/>
                    <a:pt x="0" y="848919"/>
                  </a:cubicBezTo>
                  <a:close/>
                </a:path>
              </a:pathLst>
            </a:custGeom>
            <a:gradFill rotWithShape="1">
              <a:gsLst>
                <a:gs pos="0">
                  <a:srgbClr val="DAE8FD">
                    <a:alpha val="90000"/>
                  </a:srgbClr>
                </a:gs>
                <a:gs pos="100000">
                  <a:srgbClr val="D4E6FD">
                    <a:alpha val="90000"/>
                  </a:srgbClr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ARD 01.6 | 透视卡片 / 04 Glass face: lower fade"/>
            <p:cNvSpPr/>
            <p:nvPr/>
          </p:nvSpPr>
          <p:spPr>
            <a:xfrm>
              <a:off x="2994660" y="886688"/>
              <a:ext cx="1295400" cy="1240203"/>
            </a:xfrm>
            <a:custGeom>
              <a:avLst/>
              <a:gdLst/>
              <a:ahLst/>
              <a:cxnLst/>
              <a:rect l="0" t="0" r="r" b="b"/>
              <a:pathLst>
                <a:path w="1295400" h="1240203">
                  <a:moveTo>
                    <a:pt x="0" y="90424"/>
                  </a:moveTo>
                  <a:cubicBezTo>
                    <a:pt x="0" y="34747"/>
                    <a:pt x="60897" y="0"/>
                    <a:pt x="136017" y="12815"/>
                  </a:cubicBezTo>
                  <a:lnTo>
                    <a:pt x="1159383" y="187389"/>
                  </a:lnTo>
                  <a:cubicBezTo>
                    <a:pt x="1234503" y="200203"/>
                    <a:pt x="1295400" y="259667"/>
                    <a:pt x="1295400" y="320205"/>
                  </a:cubicBezTo>
                  <a:lnTo>
                    <a:pt x="1295400" y="1144918"/>
                  </a:lnTo>
                  <a:cubicBezTo>
                    <a:pt x="1295400" y="1205456"/>
                    <a:pt x="1234503" y="1240203"/>
                    <a:pt x="1159383" y="1222528"/>
                  </a:cubicBezTo>
                  <a:lnTo>
                    <a:pt x="136017" y="981736"/>
                  </a:lnTo>
                  <a:cubicBezTo>
                    <a:pt x="60897" y="964060"/>
                    <a:pt x="0" y="904596"/>
                    <a:pt x="0" y="84891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30000">
                  <a:srgbClr val="FFFFFF">
                    <a:alpha val="0"/>
                  </a:srgbClr>
                </a:gs>
                <a:gs pos="75000">
                  <a:srgbClr val="FFFFFF">
                    <a:alpha val="11550"/>
                  </a:srgbClr>
                </a:gs>
                <a:gs pos="100000">
                  <a:srgbClr val="FFFFFF">
                    <a:alpha val="21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CARD 01.5 | 透视卡片"/>
          <p:cNvGrpSpPr/>
          <p:nvPr/>
        </p:nvGrpSpPr>
        <p:grpSpPr>
          <a:xfrm>
            <a:off x="2537460" y="1053612"/>
            <a:ext cx="1188720" cy="1374144"/>
            <a:chOff x="2537460" y="1053612"/>
            <a:chExt cx="1188720" cy="1374144"/>
          </a:xfrm>
        </p:grpSpPr>
        <p:sp>
          <p:nvSpPr>
            <p:cNvPr id="31" name="CARD 01.5 | 透视卡片 / 01 Faint depth reflection: rear"/>
            <p:cNvSpPr/>
            <p:nvPr/>
          </p:nvSpPr>
          <p:spPr>
            <a:xfrm>
              <a:off x="2804160" y="1977048"/>
              <a:ext cx="861060" cy="411278"/>
            </a:xfrm>
            <a:custGeom>
              <a:avLst/>
              <a:gdLst/>
              <a:ahLst/>
              <a:cxnLst/>
              <a:rect l="0" t="0" r="r" b="b"/>
              <a:pathLst>
                <a:path w="861060" h="411278">
                  <a:moveTo>
                    <a:pt x="0" y="18630"/>
                  </a:moveTo>
                  <a:cubicBezTo>
                    <a:pt x="0" y="2218"/>
                    <a:pt x="50116" y="0"/>
                    <a:pt x="111938" y="13677"/>
                  </a:cubicBezTo>
                  <a:lnTo>
                    <a:pt x="749122" y="154647"/>
                  </a:lnTo>
                  <a:cubicBezTo>
                    <a:pt x="810944" y="168325"/>
                    <a:pt x="861060" y="193605"/>
                    <a:pt x="861060" y="211112"/>
                  </a:cubicBezTo>
                  <a:lnTo>
                    <a:pt x="861060" y="391553"/>
                  </a:lnTo>
                  <a:cubicBezTo>
                    <a:pt x="861060" y="409060"/>
                    <a:pt x="810944" y="411278"/>
                    <a:pt x="749122" y="396506"/>
                  </a:cubicBezTo>
                  <a:lnTo>
                    <a:pt x="111938" y="244259"/>
                  </a:lnTo>
                  <a:cubicBezTo>
                    <a:pt x="50116" y="229487"/>
                    <a:pt x="0" y="204207"/>
                    <a:pt x="0" y="187794"/>
                  </a:cubicBezTo>
                  <a:close/>
                </a:path>
              </a:pathLst>
            </a:custGeom>
            <a:gradFill rotWithShape="1">
              <a:gsLst>
                <a:gs pos="0">
                  <a:srgbClr val="A0C8F4">
                    <a:alpha val="13200"/>
                  </a:srgbClr>
                </a:gs>
                <a:gs pos="100000">
                  <a:srgbClr val="A0C8F4">
                    <a:alpha val="22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ARD 01.5 | 透视卡片 / 02 Faint depth reflection: near"/>
            <p:cNvSpPr/>
            <p:nvPr/>
          </p:nvSpPr>
          <p:spPr>
            <a:xfrm>
              <a:off x="2804160" y="2059981"/>
              <a:ext cx="731520" cy="367775"/>
            </a:xfrm>
            <a:custGeom>
              <a:avLst/>
              <a:gdLst/>
              <a:ahLst/>
              <a:cxnLst/>
              <a:rect l="0" t="0" r="r" b="b"/>
              <a:pathLst>
                <a:path w="731520" h="367775">
                  <a:moveTo>
                    <a:pt x="0" y="16546"/>
                  </a:moveTo>
                  <a:cubicBezTo>
                    <a:pt x="0" y="1774"/>
                    <a:pt x="42577" y="0"/>
                    <a:pt x="95098" y="12583"/>
                  </a:cubicBezTo>
                  <a:lnTo>
                    <a:pt x="636422" y="142276"/>
                  </a:lnTo>
                  <a:cubicBezTo>
                    <a:pt x="688943" y="154859"/>
                    <a:pt x="731520" y="177478"/>
                    <a:pt x="731520" y="192796"/>
                  </a:cubicBezTo>
                  <a:lnTo>
                    <a:pt x="731520" y="350683"/>
                  </a:lnTo>
                  <a:cubicBezTo>
                    <a:pt x="731520" y="366001"/>
                    <a:pt x="688943" y="367775"/>
                    <a:pt x="636422" y="354645"/>
                  </a:cubicBezTo>
                  <a:lnTo>
                    <a:pt x="95098" y="219314"/>
                  </a:lnTo>
                  <a:cubicBezTo>
                    <a:pt x="42577" y="206184"/>
                    <a:pt x="0" y="183565"/>
                    <a:pt x="0" y="168793"/>
                  </a:cubicBezTo>
                  <a:close/>
                </a:path>
              </a:pathLst>
            </a:custGeom>
            <a:gradFill rotWithShape="1">
              <a:gsLst>
                <a:gs pos="0">
                  <a:srgbClr val="A0C8F4">
                    <a:alpha val="22800"/>
                  </a:srgbClr>
                </a:gs>
                <a:gs pos="100000">
                  <a:srgbClr val="A0C8F4">
                    <a:alpha val="38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CARD 01.5 | 透视卡片 / 03 Soft glass edge"/>
            <p:cNvSpPr/>
            <p:nvPr/>
          </p:nvSpPr>
          <p:spPr>
            <a:xfrm>
              <a:off x="2537460" y="1053612"/>
              <a:ext cx="1188720" cy="1210798"/>
            </a:xfrm>
            <a:custGeom>
              <a:avLst/>
              <a:gdLst/>
              <a:ahLst/>
              <a:cxnLst/>
              <a:rect l="0" t="0" r="r" b="b"/>
              <a:pathLst>
                <a:path w="1188720" h="1210798" fill="none">
                  <a:moveTo>
                    <a:pt x="0" y="88740"/>
                  </a:moveTo>
                  <a:cubicBezTo>
                    <a:pt x="0" y="34389"/>
                    <a:pt x="55882" y="0"/>
                    <a:pt x="124816" y="11931"/>
                  </a:cubicBezTo>
                  <a:lnTo>
                    <a:pt x="1063904" y="174465"/>
                  </a:lnTo>
                  <a:cubicBezTo>
                    <a:pt x="1132838" y="186396"/>
                    <a:pt x="1188720" y="244427"/>
                    <a:pt x="1188720" y="304082"/>
                  </a:cubicBezTo>
                  <a:lnTo>
                    <a:pt x="1188720" y="1116755"/>
                  </a:lnTo>
                  <a:cubicBezTo>
                    <a:pt x="1188720" y="1176409"/>
                    <a:pt x="1132838" y="1210798"/>
                    <a:pt x="1063904" y="1193564"/>
                  </a:cubicBezTo>
                  <a:lnTo>
                    <a:pt x="124816" y="958792"/>
                  </a:lnTo>
                  <a:cubicBezTo>
                    <a:pt x="55882" y="941559"/>
                    <a:pt x="0" y="883527"/>
                    <a:pt x="0" y="829176"/>
                  </a:cubicBezTo>
                  <a:close/>
                </a:path>
              </a:pathLst>
            </a:custGeom>
            <a:noFill/>
            <a:ln w="45720" cap="rnd">
              <a:solidFill>
                <a:srgbClr val="C1DAFC">
                  <a:alpha val="2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ARD 01.5 | 透视卡片 / 04 Soft glass edge"/>
            <p:cNvSpPr/>
            <p:nvPr/>
          </p:nvSpPr>
          <p:spPr>
            <a:xfrm>
              <a:off x="2537460" y="1053612"/>
              <a:ext cx="1188720" cy="1210798"/>
            </a:xfrm>
            <a:custGeom>
              <a:avLst/>
              <a:gdLst/>
              <a:ahLst/>
              <a:cxnLst/>
              <a:rect l="0" t="0" r="r" b="b"/>
              <a:pathLst>
                <a:path w="1188720" h="1210798" fill="none">
                  <a:moveTo>
                    <a:pt x="0" y="88740"/>
                  </a:moveTo>
                  <a:cubicBezTo>
                    <a:pt x="0" y="34389"/>
                    <a:pt x="55882" y="0"/>
                    <a:pt x="124816" y="11931"/>
                  </a:cubicBezTo>
                  <a:lnTo>
                    <a:pt x="1063904" y="174465"/>
                  </a:lnTo>
                  <a:cubicBezTo>
                    <a:pt x="1132838" y="186396"/>
                    <a:pt x="1188720" y="244427"/>
                    <a:pt x="1188720" y="304082"/>
                  </a:cubicBezTo>
                  <a:lnTo>
                    <a:pt x="1188720" y="1116755"/>
                  </a:lnTo>
                  <a:cubicBezTo>
                    <a:pt x="1188720" y="1176409"/>
                    <a:pt x="1132838" y="1210798"/>
                    <a:pt x="1063904" y="1193564"/>
                  </a:cubicBezTo>
                  <a:lnTo>
                    <a:pt x="124816" y="958792"/>
                  </a:lnTo>
                  <a:cubicBezTo>
                    <a:pt x="55882" y="941559"/>
                    <a:pt x="0" y="883527"/>
                    <a:pt x="0" y="829176"/>
                  </a:cubicBezTo>
                  <a:close/>
                </a:path>
              </a:pathLst>
            </a:custGeom>
            <a:noFill/>
            <a:ln w="26670" cap="rnd">
              <a:solidFill>
                <a:srgbClr val="C1DAFC">
                  <a:alpha val="4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CARD 01.5 | 透视卡片 / 05 Glass face: depth color"/>
            <p:cNvSpPr/>
            <p:nvPr/>
          </p:nvSpPr>
          <p:spPr>
            <a:xfrm>
              <a:off x="2537460" y="1053612"/>
              <a:ext cx="1188720" cy="1210798"/>
            </a:xfrm>
            <a:custGeom>
              <a:avLst/>
              <a:gdLst/>
              <a:ahLst/>
              <a:cxnLst/>
              <a:rect l="0" t="0" r="r" b="b"/>
              <a:pathLst>
                <a:path w="1188720" h="1210798">
                  <a:moveTo>
                    <a:pt x="0" y="88740"/>
                  </a:moveTo>
                  <a:cubicBezTo>
                    <a:pt x="0" y="34389"/>
                    <a:pt x="55882" y="0"/>
                    <a:pt x="124816" y="11931"/>
                  </a:cubicBezTo>
                  <a:lnTo>
                    <a:pt x="1063904" y="174465"/>
                  </a:lnTo>
                  <a:cubicBezTo>
                    <a:pt x="1132838" y="186396"/>
                    <a:pt x="1188720" y="244427"/>
                    <a:pt x="1188720" y="304082"/>
                  </a:cubicBezTo>
                  <a:lnTo>
                    <a:pt x="1188720" y="1116755"/>
                  </a:lnTo>
                  <a:cubicBezTo>
                    <a:pt x="1188720" y="1176409"/>
                    <a:pt x="1132838" y="1210798"/>
                    <a:pt x="1063904" y="1193564"/>
                  </a:cubicBezTo>
                  <a:lnTo>
                    <a:pt x="124816" y="958792"/>
                  </a:lnTo>
                  <a:cubicBezTo>
                    <a:pt x="55882" y="941559"/>
                    <a:pt x="0" y="883527"/>
                    <a:pt x="0" y="829176"/>
                  </a:cubicBezTo>
                  <a:close/>
                </a:path>
              </a:pathLst>
            </a:custGeom>
            <a:gradFill rotWithShape="1">
              <a:gsLst>
                <a:gs pos="0">
                  <a:srgbClr val="C8DEFD">
                    <a:alpha val="92000"/>
                  </a:srgbClr>
                </a:gs>
                <a:gs pos="100000">
                  <a:srgbClr val="C1DAFC">
                    <a:alpha val="92000"/>
                  </a:srgbClr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CARD 01.5 | 透视卡片 / 06 Glass face: lower fade"/>
            <p:cNvSpPr/>
            <p:nvPr/>
          </p:nvSpPr>
          <p:spPr>
            <a:xfrm>
              <a:off x="2537460" y="1053612"/>
              <a:ext cx="1188720" cy="1210798"/>
            </a:xfrm>
            <a:custGeom>
              <a:avLst/>
              <a:gdLst/>
              <a:ahLst/>
              <a:cxnLst/>
              <a:rect l="0" t="0" r="r" b="b"/>
              <a:pathLst>
                <a:path w="1188720" h="1210798">
                  <a:moveTo>
                    <a:pt x="0" y="88740"/>
                  </a:moveTo>
                  <a:cubicBezTo>
                    <a:pt x="0" y="34389"/>
                    <a:pt x="55882" y="0"/>
                    <a:pt x="124816" y="11931"/>
                  </a:cubicBezTo>
                  <a:lnTo>
                    <a:pt x="1063904" y="174465"/>
                  </a:lnTo>
                  <a:cubicBezTo>
                    <a:pt x="1132838" y="186396"/>
                    <a:pt x="1188720" y="244427"/>
                    <a:pt x="1188720" y="304082"/>
                  </a:cubicBezTo>
                  <a:lnTo>
                    <a:pt x="1188720" y="1116755"/>
                  </a:lnTo>
                  <a:cubicBezTo>
                    <a:pt x="1188720" y="1176409"/>
                    <a:pt x="1132838" y="1210798"/>
                    <a:pt x="1063904" y="1193564"/>
                  </a:cubicBezTo>
                  <a:lnTo>
                    <a:pt x="124816" y="958792"/>
                  </a:lnTo>
                  <a:cubicBezTo>
                    <a:pt x="55882" y="941559"/>
                    <a:pt x="0" y="883527"/>
                    <a:pt x="0" y="82917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30000">
                  <a:srgbClr val="FFFFFF">
                    <a:alpha val="0"/>
                  </a:srgbClr>
                </a:gs>
                <a:gs pos="75000">
                  <a:srgbClr val="FFFFFF">
                    <a:alpha val="18700"/>
                  </a:srgbClr>
                </a:gs>
                <a:gs pos="100000">
                  <a:srgbClr val="FFFFFF">
                    <a:alpha val="34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CARD 01.4 | 透视卡片"/>
          <p:cNvGrpSpPr/>
          <p:nvPr/>
        </p:nvGrpSpPr>
        <p:grpSpPr>
          <a:xfrm>
            <a:off x="2065020" y="1221252"/>
            <a:ext cx="1112520" cy="1348316"/>
            <a:chOff x="2065020" y="1221252"/>
            <a:chExt cx="1112520" cy="1348316"/>
          </a:xfrm>
        </p:grpSpPr>
        <p:sp>
          <p:nvSpPr>
            <p:cNvPr id="38" name="CARD 01.4 | 透视卡片 / 01 Soft glass edge"/>
            <p:cNvSpPr/>
            <p:nvPr/>
          </p:nvSpPr>
          <p:spPr>
            <a:xfrm>
              <a:off x="2065020" y="1221252"/>
              <a:ext cx="1112520" cy="1348316"/>
            </a:xfrm>
            <a:custGeom>
              <a:avLst/>
              <a:gdLst/>
              <a:ahLst/>
              <a:cxnLst/>
              <a:rect l="0" t="0" r="r" b="b"/>
              <a:pathLst>
                <a:path w="1112520" h="1348316" fill="none">
                  <a:moveTo>
                    <a:pt x="0" y="103942"/>
                  </a:moveTo>
                  <a:cubicBezTo>
                    <a:pt x="0" y="41195"/>
                    <a:pt x="52300" y="0"/>
                    <a:pt x="116815" y="11931"/>
                  </a:cubicBezTo>
                  <a:lnTo>
                    <a:pt x="995705" y="174465"/>
                  </a:lnTo>
                  <a:cubicBezTo>
                    <a:pt x="1060220" y="186396"/>
                    <a:pt x="1112520" y="250875"/>
                    <a:pt x="1112520" y="318483"/>
                  </a:cubicBezTo>
                  <a:lnTo>
                    <a:pt x="1112520" y="1239513"/>
                  </a:lnTo>
                  <a:cubicBezTo>
                    <a:pt x="1112520" y="1307121"/>
                    <a:pt x="1060220" y="1348316"/>
                    <a:pt x="995705" y="1331524"/>
                  </a:cubicBezTo>
                  <a:lnTo>
                    <a:pt x="116815" y="1102772"/>
                  </a:lnTo>
                  <a:cubicBezTo>
                    <a:pt x="52300" y="1085980"/>
                    <a:pt x="0" y="1021501"/>
                    <a:pt x="0" y="958754"/>
                  </a:cubicBezTo>
                  <a:close/>
                </a:path>
              </a:pathLst>
            </a:custGeom>
            <a:noFill/>
            <a:ln w="45720" cap="rnd">
              <a:solidFill>
                <a:srgbClr val="B4D2FC">
                  <a:alpha val="2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CARD 01.4 | 透视卡片 / 02 Soft glass edge"/>
            <p:cNvSpPr/>
            <p:nvPr/>
          </p:nvSpPr>
          <p:spPr>
            <a:xfrm>
              <a:off x="2065020" y="1221252"/>
              <a:ext cx="1112520" cy="1348316"/>
            </a:xfrm>
            <a:custGeom>
              <a:avLst/>
              <a:gdLst/>
              <a:ahLst/>
              <a:cxnLst/>
              <a:rect l="0" t="0" r="r" b="b"/>
              <a:pathLst>
                <a:path w="1112520" h="1348316" fill="none">
                  <a:moveTo>
                    <a:pt x="0" y="103942"/>
                  </a:moveTo>
                  <a:cubicBezTo>
                    <a:pt x="0" y="41195"/>
                    <a:pt x="52300" y="0"/>
                    <a:pt x="116815" y="11931"/>
                  </a:cubicBezTo>
                  <a:lnTo>
                    <a:pt x="995705" y="174465"/>
                  </a:lnTo>
                  <a:cubicBezTo>
                    <a:pt x="1060220" y="186396"/>
                    <a:pt x="1112520" y="250875"/>
                    <a:pt x="1112520" y="318483"/>
                  </a:cubicBezTo>
                  <a:lnTo>
                    <a:pt x="1112520" y="1239513"/>
                  </a:lnTo>
                  <a:cubicBezTo>
                    <a:pt x="1112520" y="1307121"/>
                    <a:pt x="1060220" y="1348316"/>
                    <a:pt x="995705" y="1331524"/>
                  </a:cubicBezTo>
                  <a:lnTo>
                    <a:pt x="116815" y="1102772"/>
                  </a:lnTo>
                  <a:cubicBezTo>
                    <a:pt x="52300" y="1085980"/>
                    <a:pt x="0" y="1021501"/>
                    <a:pt x="0" y="958754"/>
                  </a:cubicBezTo>
                  <a:close/>
                </a:path>
              </a:pathLst>
            </a:custGeom>
            <a:noFill/>
            <a:ln w="26670" cap="rnd">
              <a:solidFill>
                <a:srgbClr val="B4D2FC">
                  <a:alpha val="4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CARD 01.4 | 透视卡片 / 03 Glass face: depth color"/>
            <p:cNvSpPr/>
            <p:nvPr/>
          </p:nvSpPr>
          <p:spPr>
            <a:xfrm>
              <a:off x="2065020" y="1221252"/>
              <a:ext cx="1112520" cy="1348316"/>
            </a:xfrm>
            <a:custGeom>
              <a:avLst/>
              <a:gdLst/>
              <a:ahLst/>
              <a:cxnLst/>
              <a:rect l="0" t="0" r="r" b="b"/>
              <a:pathLst>
                <a:path w="1112520" h="1348316">
                  <a:moveTo>
                    <a:pt x="0" y="103942"/>
                  </a:moveTo>
                  <a:cubicBezTo>
                    <a:pt x="0" y="41195"/>
                    <a:pt x="52300" y="0"/>
                    <a:pt x="116815" y="11931"/>
                  </a:cubicBezTo>
                  <a:lnTo>
                    <a:pt x="995705" y="174465"/>
                  </a:lnTo>
                  <a:cubicBezTo>
                    <a:pt x="1060220" y="186396"/>
                    <a:pt x="1112520" y="250875"/>
                    <a:pt x="1112520" y="318483"/>
                  </a:cubicBezTo>
                  <a:lnTo>
                    <a:pt x="1112520" y="1239513"/>
                  </a:lnTo>
                  <a:cubicBezTo>
                    <a:pt x="1112520" y="1307121"/>
                    <a:pt x="1060220" y="1348316"/>
                    <a:pt x="995705" y="1331524"/>
                  </a:cubicBezTo>
                  <a:lnTo>
                    <a:pt x="116815" y="1102772"/>
                  </a:lnTo>
                  <a:cubicBezTo>
                    <a:pt x="52300" y="1085980"/>
                    <a:pt x="0" y="1021501"/>
                    <a:pt x="0" y="958754"/>
                  </a:cubicBezTo>
                  <a:close/>
                </a:path>
              </a:pathLst>
            </a:custGeom>
            <a:gradFill rotWithShape="1">
              <a:gsLst>
                <a:gs pos="0">
                  <a:srgbClr val="BCD7FC">
                    <a:alpha val="93000"/>
                  </a:srgbClr>
                </a:gs>
                <a:gs pos="100000">
                  <a:srgbClr val="B4D2FC">
                    <a:alpha val="93000"/>
                  </a:srgbClr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CARD 01.4 | 透视卡片 / 04 Glass face: lower fade"/>
            <p:cNvSpPr/>
            <p:nvPr/>
          </p:nvSpPr>
          <p:spPr>
            <a:xfrm>
              <a:off x="2065020" y="1221252"/>
              <a:ext cx="1112520" cy="1348316"/>
            </a:xfrm>
            <a:custGeom>
              <a:avLst/>
              <a:gdLst/>
              <a:ahLst/>
              <a:cxnLst/>
              <a:rect l="0" t="0" r="r" b="b"/>
              <a:pathLst>
                <a:path w="1112520" h="1348316">
                  <a:moveTo>
                    <a:pt x="0" y="103942"/>
                  </a:moveTo>
                  <a:cubicBezTo>
                    <a:pt x="0" y="41195"/>
                    <a:pt x="52300" y="0"/>
                    <a:pt x="116815" y="11931"/>
                  </a:cubicBezTo>
                  <a:lnTo>
                    <a:pt x="995705" y="174465"/>
                  </a:lnTo>
                  <a:cubicBezTo>
                    <a:pt x="1060220" y="186396"/>
                    <a:pt x="1112520" y="250875"/>
                    <a:pt x="1112520" y="318483"/>
                  </a:cubicBezTo>
                  <a:lnTo>
                    <a:pt x="1112520" y="1239513"/>
                  </a:lnTo>
                  <a:cubicBezTo>
                    <a:pt x="1112520" y="1307121"/>
                    <a:pt x="1060220" y="1348316"/>
                    <a:pt x="995705" y="1331524"/>
                  </a:cubicBezTo>
                  <a:lnTo>
                    <a:pt x="116815" y="1102772"/>
                  </a:lnTo>
                  <a:cubicBezTo>
                    <a:pt x="52300" y="1085980"/>
                    <a:pt x="0" y="1021501"/>
                    <a:pt x="0" y="95875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30000">
                  <a:srgbClr val="FFFFFF">
                    <a:alpha val="0"/>
                  </a:srgbClr>
                </a:gs>
                <a:gs pos="75000">
                  <a:srgbClr val="FFFFFF">
                    <a:alpha val="23100"/>
                  </a:srgbClr>
                </a:gs>
                <a:gs pos="100000">
                  <a:srgbClr val="FFFFFF">
                    <a:alpha val="42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" name="CARD 01.3 | 透视卡片"/>
          <p:cNvGrpSpPr/>
          <p:nvPr/>
        </p:nvGrpSpPr>
        <p:grpSpPr>
          <a:xfrm>
            <a:off x="1607820" y="1396512"/>
            <a:ext cx="1127760" cy="1370459"/>
            <a:chOff x="1607820" y="1396512"/>
            <a:chExt cx="1127760" cy="1370459"/>
          </a:xfrm>
        </p:grpSpPr>
        <p:sp>
          <p:nvSpPr>
            <p:cNvPr id="43" name="CARD 01.3 | 透视卡片 / 01 Soft glass edge"/>
            <p:cNvSpPr/>
            <p:nvPr/>
          </p:nvSpPr>
          <p:spPr>
            <a:xfrm>
              <a:off x="1607820" y="1396512"/>
              <a:ext cx="1127760" cy="1370459"/>
            </a:xfrm>
            <a:custGeom>
              <a:avLst/>
              <a:gdLst/>
              <a:ahLst/>
              <a:cxnLst/>
              <a:rect l="0" t="0" r="r" b="b"/>
              <a:pathLst>
                <a:path w="1127760" h="1370459" fill="none">
                  <a:moveTo>
                    <a:pt x="0" y="104742"/>
                  </a:moveTo>
                  <a:cubicBezTo>
                    <a:pt x="0" y="41553"/>
                    <a:pt x="53016" y="0"/>
                    <a:pt x="118415" y="11931"/>
                  </a:cubicBezTo>
                  <a:lnTo>
                    <a:pt x="1009345" y="174465"/>
                  </a:lnTo>
                  <a:cubicBezTo>
                    <a:pt x="1074744" y="186396"/>
                    <a:pt x="1127760" y="251950"/>
                    <a:pt x="1127760" y="320884"/>
                  </a:cubicBezTo>
                  <a:lnTo>
                    <a:pt x="1127760" y="1259973"/>
                  </a:lnTo>
                  <a:cubicBezTo>
                    <a:pt x="1127760" y="1328906"/>
                    <a:pt x="1074744" y="1370459"/>
                    <a:pt x="1009345" y="1352784"/>
                  </a:cubicBezTo>
                  <a:lnTo>
                    <a:pt x="118415" y="1111992"/>
                  </a:lnTo>
                  <a:cubicBezTo>
                    <a:pt x="53016" y="1094317"/>
                    <a:pt x="0" y="1028763"/>
                    <a:pt x="0" y="965574"/>
                  </a:cubicBezTo>
                  <a:close/>
                </a:path>
              </a:pathLst>
            </a:custGeom>
            <a:noFill/>
            <a:ln w="45720" cap="rnd">
              <a:solidFill>
                <a:srgbClr val="A5CAFB">
                  <a:alpha val="2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CARD 01.3 | 透视卡片 / 02 Soft glass edge"/>
            <p:cNvSpPr/>
            <p:nvPr/>
          </p:nvSpPr>
          <p:spPr>
            <a:xfrm>
              <a:off x="1607820" y="1396512"/>
              <a:ext cx="1127760" cy="1370459"/>
            </a:xfrm>
            <a:custGeom>
              <a:avLst/>
              <a:gdLst/>
              <a:ahLst/>
              <a:cxnLst/>
              <a:rect l="0" t="0" r="r" b="b"/>
              <a:pathLst>
                <a:path w="1127760" h="1370459" fill="none">
                  <a:moveTo>
                    <a:pt x="0" y="104742"/>
                  </a:moveTo>
                  <a:cubicBezTo>
                    <a:pt x="0" y="41553"/>
                    <a:pt x="53016" y="0"/>
                    <a:pt x="118415" y="11931"/>
                  </a:cubicBezTo>
                  <a:lnTo>
                    <a:pt x="1009345" y="174465"/>
                  </a:lnTo>
                  <a:cubicBezTo>
                    <a:pt x="1074744" y="186396"/>
                    <a:pt x="1127760" y="251950"/>
                    <a:pt x="1127760" y="320884"/>
                  </a:cubicBezTo>
                  <a:lnTo>
                    <a:pt x="1127760" y="1259973"/>
                  </a:lnTo>
                  <a:cubicBezTo>
                    <a:pt x="1127760" y="1328906"/>
                    <a:pt x="1074744" y="1370459"/>
                    <a:pt x="1009345" y="1352784"/>
                  </a:cubicBezTo>
                  <a:lnTo>
                    <a:pt x="118415" y="1111992"/>
                  </a:lnTo>
                  <a:cubicBezTo>
                    <a:pt x="53016" y="1094317"/>
                    <a:pt x="0" y="1028763"/>
                    <a:pt x="0" y="965574"/>
                  </a:cubicBezTo>
                  <a:close/>
                </a:path>
              </a:pathLst>
            </a:custGeom>
            <a:noFill/>
            <a:ln w="26670" cap="rnd">
              <a:solidFill>
                <a:srgbClr val="A5CAFB">
                  <a:alpha val="4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CARD 01.3 | 透视卡片 / 03 Glass face: depth color"/>
            <p:cNvSpPr/>
            <p:nvPr/>
          </p:nvSpPr>
          <p:spPr>
            <a:xfrm>
              <a:off x="1607820" y="1396512"/>
              <a:ext cx="1127760" cy="1370459"/>
            </a:xfrm>
            <a:custGeom>
              <a:avLst/>
              <a:gdLst/>
              <a:ahLst/>
              <a:cxnLst/>
              <a:rect l="0" t="0" r="r" b="b"/>
              <a:pathLst>
                <a:path w="1127760" h="1370459">
                  <a:moveTo>
                    <a:pt x="0" y="104742"/>
                  </a:moveTo>
                  <a:cubicBezTo>
                    <a:pt x="0" y="41553"/>
                    <a:pt x="53016" y="0"/>
                    <a:pt x="118415" y="11931"/>
                  </a:cubicBezTo>
                  <a:lnTo>
                    <a:pt x="1009345" y="174465"/>
                  </a:lnTo>
                  <a:cubicBezTo>
                    <a:pt x="1074744" y="186396"/>
                    <a:pt x="1127760" y="251950"/>
                    <a:pt x="1127760" y="320884"/>
                  </a:cubicBezTo>
                  <a:lnTo>
                    <a:pt x="1127760" y="1259973"/>
                  </a:lnTo>
                  <a:cubicBezTo>
                    <a:pt x="1127760" y="1328906"/>
                    <a:pt x="1074744" y="1370459"/>
                    <a:pt x="1009345" y="1352784"/>
                  </a:cubicBezTo>
                  <a:lnTo>
                    <a:pt x="118415" y="1111992"/>
                  </a:lnTo>
                  <a:cubicBezTo>
                    <a:pt x="53016" y="1094317"/>
                    <a:pt x="0" y="1028763"/>
                    <a:pt x="0" y="965574"/>
                  </a:cubicBezTo>
                  <a:close/>
                </a:path>
              </a:pathLst>
            </a:custGeom>
            <a:gradFill rotWithShape="1">
              <a:gsLst>
                <a:gs pos="0">
                  <a:srgbClr val="AED0FB">
                    <a:alpha val="93000"/>
                  </a:srgbClr>
                </a:gs>
                <a:gs pos="100000">
                  <a:srgbClr val="A5CAFB">
                    <a:alpha val="93000"/>
                  </a:srgbClr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CARD 01.3 | 透视卡片 / 04 Glass face: lower fade"/>
            <p:cNvSpPr/>
            <p:nvPr/>
          </p:nvSpPr>
          <p:spPr>
            <a:xfrm>
              <a:off x="1607820" y="1396512"/>
              <a:ext cx="1127760" cy="1370459"/>
            </a:xfrm>
            <a:custGeom>
              <a:avLst/>
              <a:gdLst/>
              <a:ahLst/>
              <a:cxnLst/>
              <a:rect l="0" t="0" r="r" b="b"/>
              <a:pathLst>
                <a:path w="1127760" h="1370459">
                  <a:moveTo>
                    <a:pt x="0" y="104742"/>
                  </a:moveTo>
                  <a:cubicBezTo>
                    <a:pt x="0" y="41553"/>
                    <a:pt x="53016" y="0"/>
                    <a:pt x="118415" y="11931"/>
                  </a:cubicBezTo>
                  <a:lnTo>
                    <a:pt x="1009345" y="174465"/>
                  </a:lnTo>
                  <a:cubicBezTo>
                    <a:pt x="1074744" y="186396"/>
                    <a:pt x="1127760" y="251950"/>
                    <a:pt x="1127760" y="320884"/>
                  </a:cubicBezTo>
                  <a:lnTo>
                    <a:pt x="1127760" y="1259973"/>
                  </a:lnTo>
                  <a:cubicBezTo>
                    <a:pt x="1127760" y="1328906"/>
                    <a:pt x="1074744" y="1370459"/>
                    <a:pt x="1009345" y="1352784"/>
                  </a:cubicBezTo>
                  <a:lnTo>
                    <a:pt x="118415" y="1111992"/>
                  </a:lnTo>
                  <a:cubicBezTo>
                    <a:pt x="53016" y="1094317"/>
                    <a:pt x="0" y="1028763"/>
                    <a:pt x="0" y="96557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30000">
                  <a:srgbClr val="FFFFFF">
                    <a:alpha val="0"/>
                  </a:srgbClr>
                </a:gs>
                <a:gs pos="75000">
                  <a:srgbClr val="FFFFFF">
                    <a:alpha val="25850"/>
                  </a:srgbClr>
                </a:gs>
                <a:gs pos="100000">
                  <a:srgbClr val="FFFFFF">
                    <a:alpha val="47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" name="CARD 01.2 | 透视卡片"/>
          <p:cNvGrpSpPr/>
          <p:nvPr/>
        </p:nvGrpSpPr>
        <p:grpSpPr>
          <a:xfrm>
            <a:off x="1143000" y="1564868"/>
            <a:ext cx="1150620" cy="1399148"/>
            <a:chOff x="1143000" y="1564868"/>
            <a:chExt cx="1150620" cy="1399148"/>
          </a:xfrm>
        </p:grpSpPr>
        <p:sp>
          <p:nvSpPr>
            <p:cNvPr id="48" name="CARD 01.2 | 透视卡片 / 01 Soft glass edge"/>
            <p:cNvSpPr/>
            <p:nvPr/>
          </p:nvSpPr>
          <p:spPr>
            <a:xfrm>
              <a:off x="1143000" y="1564868"/>
              <a:ext cx="1150620" cy="1399148"/>
            </a:xfrm>
            <a:custGeom>
              <a:avLst/>
              <a:gdLst/>
              <a:ahLst/>
              <a:cxnLst/>
              <a:rect l="0" t="0" r="r" b="b"/>
              <a:pathLst>
                <a:path w="1150620" h="1399148" fill="none">
                  <a:moveTo>
                    <a:pt x="0" y="104826"/>
                  </a:moveTo>
                  <a:cubicBezTo>
                    <a:pt x="0" y="41195"/>
                    <a:pt x="54091" y="0"/>
                    <a:pt x="120815" y="12815"/>
                  </a:cubicBezTo>
                  <a:lnTo>
                    <a:pt x="1029805" y="187389"/>
                  </a:lnTo>
                  <a:cubicBezTo>
                    <a:pt x="1096529" y="200203"/>
                    <a:pt x="1150620" y="267190"/>
                    <a:pt x="1150620" y="337008"/>
                  </a:cubicBezTo>
                  <a:lnTo>
                    <a:pt x="1150620" y="1288136"/>
                  </a:lnTo>
                  <a:cubicBezTo>
                    <a:pt x="1150620" y="1357953"/>
                    <a:pt x="1096529" y="1399148"/>
                    <a:pt x="1029805" y="1380147"/>
                  </a:cubicBezTo>
                  <a:lnTo>
                    <a:pt x="120815" y="1121296"/>
                  </a:lnTo>
                  <a:cubicBezTo>
                    <a:pt x="54091" y="1102295"/>
                    <a:pt x="0" y="1035308"/>
                    <a:pt x="0" y="971677"/>
                  </a:cubicBezTo>
                  <a:close/>
                </a:path>
              </a:pathLst>
            </a:custGeom>
            <a:noFill/>
            <a:ln w="45720" cap="rnd">
              <a:solidFill>
                <a:srgbClr val="96BFF8">
                  <a:alpha val="2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CARD 01.2 | 透视卡片 / 02 Soft glass edge"/>
            <p:cNvSpPr/>
            <p:nvPr/>
          </p:nvSpPr>
          <p:spPr>
            <a:xfrm>
              <a:off x="1143000" y="1564868"/>
              <a:ext cx="1150620" cy="1399148"/>
            </a:xfrm>
            <a:custGeom>
              <a:avLst/>
              <a:gdLst/>
              <a:ahLst/>
              <a:cxnLst/>
              <a:rect l="0" t="0" r="r" b="b"/>
              <a:pathLst>
                <a:path w="1150620" h="1399148" fill="none">
                  <a:moveTo>
                    <a:pt x="0" y="104826"/>
                  </a:moveTo>
                  <a:cubicBezTo>
                    <a:pt x="0" y="41195"/>
                    <a:pt x="54091" y="0"/>
                    <a:pt x="120815" y="12815"/>
                  </a:cubicBezTo>
                  <a:lnTo>
                    <a:pt x="1029805" y="187389"/>
                  </a:lnTo>
                  <a:cubicBezTo>
                    <a:pt x="1096529" y="200203"/>
                    <a:pt x="1150620" y="267190"/>
                    <a:pt x="1150620" y="337008"/>
                  </a:cubicBezTo>
                  <a:lnTo>
                    <a:pt x="1150620" y="1288136"/>
                  </a:lnTo>
                  <a:cubicBezTo>
                    <a:pt x="1150620" y="1357953"/>
                    <a:pt x="1096529" y="1399148"/>
                    <a:pt x="1029805" y="1380147"/>
                  </a:cubicBezTo>
                  <a:lnTo>
                    <a:pt x="120815" y="1121296"/>
                  </a:lnTo>
                  <a:cubicBezTo>
                    <a:pt x="54091" y="1102295"/>
                    <a:pt x="0" y="1035308"/>
                    <a:pt x="0" y="971677"/>
                  </a:cubicBezTo>
                  <a:close/>
                </a:path>
              </a:pathLst>
            </a:custGeom>
            <a:noFill/>
            <a:ln w="26670" cap="rnd">
              <a:solidFill>
                <a:srgbClr val="96BFF8">
                  <a:alpha val="4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CARD 01.2 | 透视卡片 / 03 Glass face: depth color"/>
            <p:cNvSpPr/>
            <p:nvPr/>
          </p:nvSpPr>
          <p:spPr>
            <a:xfrm>
              <a:off x="1143000" y="1564868"/>
              <a:ext cx="1150620" cy="1399148"/>
            </a:xfrm>
            <a:custGeom>
              <a:avLst/>
              <a:gdLst/>
              <a:ahLst/>
              <a:cxnLst/>
              <a:rect l="0" t="0" r="r" b="b"/>
              <a:pathLst>
                <a:path w="1150620" h="1399148">
                  <a:moveTo>
                    <a:pt x="0" y="104826"/>
                  </a:moveTo>
                  <a:cubicBezTo>
                    <a:pt x="0" y="41195"/>
                    <a:pt x="54091" y="0"/>
                    <a:pt x="120815" y="12815"/>
                  </a:cubicBezTo>
                  <a:lnTo>
                    <a:pt x="1029805" y="187389"/>
                  </a:lnTo>
                  <a:cubicBezTo>
                    <a:pt x="1096529" y="200203"/>
                    <a:pt x="1150620" y="267190"/>
                    <a:pt x="1150620" y="337008"/>
                  </a:cubicBezTo>
                  <a:lnTo>
                    <a:pt x="1150620" y="1288136"/>
                  </a:lnTo>
                  <a:cubicBezTo>
                    <a:pt x="1150620" y="1357953"/>
                    <a:pt x="1096529" y="1399148"/>
                    <a:pt x="1029805" y="1380147"/>
                  </a:cubicBezTo>
                  <a:lnTo>
                    <a:pt x="120815" y="1121296"/>
                  </a:lnTo>
                  <a:cubicBezTo>
                    <a:pt x="54091" y="1102295"/>
                    <a:pt x="0" y="1035308"/>
                    <a:pt x="0" y="971677"/>
                  </a:cubicBezTo>
                  <a:close/>
                </a:path>
              </a:pathLst>
            </a:custGeom>
            <a:gradFill rotWithShape="1">
              <a:gsLst>
                <a:gs pos="0">
                  <a:srgbClr val="9DC8FA">
                    <a:alpha val="93000"/>
                  </a:srgbClr>
                </a:gs>
                <a:gs pos="100000">
                  <a:srgbClr val="96BFF8">
                    <a:alpha val="93000"/>
                  </a:srgbClr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CARD 01.2 | 透视卡片 / 04 Glass face: lower fade"/>
            <p:cNvSpPr/>
            <p:nvPr/>
          </p:nvSpPr>
          <p:spPr>
            <a:xfrm>
              <a:off x="1143000" y="1564868"/>
              <a:ext cx="1150620" cy="1399148"/>
            </a:xfrm>
            <a:custGeom>
              <a:avLst/>
              <a:gdLst/>
              <a:ahLst/>
              <a:cxnLst/>
              <a:rect l="0" t="0" r="r" b="b"/>
              <a:pathLst>
                <a:path w="1150620" h="1399148">
                  <a:moveTo>
                    <a:pt x="0" y="104826"/>
                  </a:moveTo>
                  <a:cubicBezTo>
                    <a:pt x="0" y="41195"/>
                    <a:pt x="54091" y="0"/>
                    <a:pt x="120815" y="12815"/>
                  </a:cubicBezTo>
                  <a:lnTo>
                    <a:pt x="1029805" y="187389"/>
                  </a:lnTo>
                  <a:cubicBezTo>
                    <a:pt x="1096529" y="200203"/>
                    <a:pt x="1150620" y="267190"/>
                    <a:pt x="1150620" y="337008"/>
                  </a:cubicBezTo>
                  <a:lnTo>
                    <a:pt x="1150620" y="1288136"/>
                  </a:lnTo>
                  <a:cubicBezTo>
                    <a:pt x="1150620" y="1357953"/>
                    <a:pt x="1096529" y="1399148"/>
                    <a:pt x="1029805" y="1380147"/>
                  </a:cubicBezTo>
                  <a:lnTo>
                    <a:pt x="120815" y="1121296"/>
                  </a:lnTo>
                  <a:cubicBezTo>
                    <a:pt x="54091" y="1102295"/>
                    <a:pt x="0" y="1035308"/>
                    <a:pt x="0" y="971677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30000">
                  <a:srgbClr val="FFFFFF">
                    <a:alpha val="0"/>
                  </a:srgbClr>
                </a:gs>
                <a:gs pos="75000">
                  <a:srgbClr val="FFFFFF">
                    <a:alpha val="26400"/>
                  </a:srgbClr>
                </a:gs>
                <a:gs pos="100000">
                  <a:srgbClr val="FFFFFF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CARD 01.1 | 透视卡片"/>
          <p:cNvGrpSpPr/>
          <p:nvPr/>
        </p:nvGrpSpPr>
        <p:grpSpPr>
          <a:xfrm>
            <a:off x="685800" y="1741203"/>
            <a:ext cx="1150620" cy="1436174"/>
            <a:chOff x="685800" y="1741203"/>
            <a:chExt cx="1150620" cy="1436174"/>
          </a:xfrm>
        </p:grpSpPr>
        <p:sp>
          <p:nvSpPr>
            <p:cNvPr id="53" name="CARD 01.1 | 透视卡片 / 01 Soft glass edge"/>
            <p:cNvSpPr/>
            <p:nvPr/>
          </p:nvSpPr>
          <p:spPr>
            <a:xfrm>
              <a:off x="685800" y="1741203"/>
              <a:ext cx="1150620" cy="1436174"/>
            </a:xfrm>
            <a:custGeom>
              <a:avLst/>
              <a:gdLst/>
              <a:ahLst/>
              <a:cxnLst/>
              <a:rect l="0" t="0" r="r" b="b"/>
              <a:pathLst>
                <a:path w="1150620" h="1436174" fill="none">
                  <a:moveTo>
                    <a:pt x="0" y="107752"/>
                  </a:moveTo>
                  <a:cubicBezTo>
                    <a:pt x="0" y="41911"/>
                    <a:pt x="54091" y="0"/>
                    <a:pt x="120815" y="14140"/>
                  </a:cubicBezTo>
                  <a:lnTo>
                    <a:pt x="1029805" y="206774"/>
                  </a:lnTo>
                  <a:cubicBezTo>
                    <a:pt x="1096529" y="220914"/>
                    <a:pt x="1150620" y="289692"/>
                    <a:pt x="1150620" y="360393"/>
                  </a:cubicBezTo>
                  <a:lnTo>
                    <a:pt x="1150620" y="1323561"/>
                  </a:lnTo>
                  <a:cubicBezTo>
                    <a:pt x="1150620" y="1394262"/>
                    <a:pt x="1096529" y="1436174"/>
                    <a:pt x="1029805" y="1417173"/>
                  </a:cubicBezTo>
                  <a:lnTo>
                    <a:pt x="120815" y="1158321"/>
                  </a:lnTo>
                  <a:cubicBezTo>
                    <a:pt x="54091" y="1139320"/>
                    <a:pt x="0" y="1070543"/>
                    <a:pt x="0" y="1004702"/>
                  </a:cubicBezTo>
                  <a:close/>
                </a:path>
              </a:pathLst>
            </a:custGeom>
            <a:noFill/>
            <a:ln w="45720" cap="rnd">
              <a:solidFill>
                <a:srgbClr val="80B5F7">
                  <a:alpha val="2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ARD 01.1 | 透视卡片 / 02 Soft glass edge"/>
            <p:cNvSpPr/>
            <p:nvPr/>
          </p:nvSpPr>
          <p:spPr>
            <a:xfrm>
              <a:off x="685800" y="1741203"/>
              <a:ext cx="1150620" cy="1436174"/>
            </a:xfrm>
            <a:custGeom>
              <a:avLst/>
              <a:gdLst/>
              <a:ahLst/>
              <a:cxnLst/>
              <a:rect l="0" t="0" r="r" b="b"/>
              <a:pathLst>
                <a:path w="1150620" h="1436174" fill="none">
                  <a:moveTo>
                    <a:pt x="0" y="107752"/>
                  </a:moveTo>
                  <a:cubicBezTo>
                    <a:pt x="0" y="41911"/>
                    <a:pt x="54091" y="0"/>
                    <a:pt x="120815" y="14140"/>
                  </a:cubicBezTo>
                  <a:lnTo>
                    <a:pt x="1029805" y="206774"/>
                  </a:lnTo>
                  <a:cubicBezTo>
                    <a:pt x="1096529" y="220914"/>
                    <a:pt x="1150620" y="289692"/>
                    <a:pt x="1150620" y="360393"/>
                  </a:cubicBezTo>
                  <a:lnTo>
                    <a:pt x="1150620" y="1323561"/>
                  </a:lnTo>
                  <a:cubicBezTo>
                    <a:pt x="1150620" y="1394262"/>
                    <a:pt x="1096529" y="1436174"/>
                    <a:pt x="1029805" y="1417173"/>
                  </a:cubicBezTo>
                  <a:lnTo>
                    <a:pt x="120815" y="1158321"/>
                  </a:lnTo>
                  <a:cubicBezTo>
                    <a:pt x="54091" y="1139320"/>
                    <a:pt x="0" y="1070543"/>
                    <a:pt x="0" y="1004702"/>
                  </a:cubicBezTo>
                  <a:close/>
                </a:path>
              </a:pathLst>
            </a:custGeom>
            <a:noFill/>
            <a:ln w="26670" cap="rnd">
              <a:solidFill>
                <a:srgbClr val="80B5F7">
                  <a:alpha val="45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CARD 01.1 | 透视卡片 / 03 Glass face: depth color"/>
            <p:cNvSpPr/>
            <p:nvPr/>
          </p:nvSpPr>
          <p:spPr>
            <a:xfrm>
              <a:off x="685800" y="1741203"/>
              <a:ext cx="1150620" cy="1436174"/>
            </a:xfrm>
            <a:custGeom>
              <a:avLst/>
              <a:gdLst/>
              <a:ahLst/>
              <a:cxnLst/>
              <a:rect l="0" t="0" r="r" b="b"/>
              <a:pathLst>
                <a:path w="1150620" h="1436174">
                  <a:moveTo>
                    <a:pt x="0" y="107752"/>
                  </a:moveTo>
                  <a:cubicBezTo>
                    <a:pt x="0" y="41911"/>
                    <a:pt x="54091" y="0"/>
                    <a:pt x="120815" y="14140"/>
                  </a:cubicBezTo>
                  <a:lnTo>
                    <a:pt x="1029805" y="206774"/>
                  </a:lnTo>
                  <a:cubicBezTo>
                    <a:pt x="1096529" y="220914"/>
                    <a:pt x="1150620" y="289692"/>
                    <a:pt x="1150620" y="360393"/>
                  </a:cubicBezTo>
                  <a:lnTo>
                    <a:pt x="1150620" y="1323561"/>
                  </a:lnTo>
                  <a:cubicBezTo>
                    <a:pt x="1150620" y="1394262"/>
                    <a:pt x="1096529" y="1436174"/>
                    <a:pt x="1029805" y="1417173"/>
                  </a:cubicBezTo>
                  <a:lnTo>
                    <a:pt x="120815" y="1158321"/>
                  </a:lnTo>
                  <a:cubicBezTo>
                    <a:pt x="54091" y="1139320"/>
                    <a:pt x="0" y="1070543"/>
                    <a:pt x="0" y="1004702"/>
                  </a:cubicBezTo>
                  <a:close/>
                </a:path>
              </a:pathLst>
            </a:custGeom>
            <a:gradFill rotWithShape="1">
              <a:gsLst>
                <a:gs pos="0">
                  <a:srgbClr val="8FBFF8">
                    <a:alpha val="92000"/>
                  </a:srgbClr>
                </a:gs>
                <a:gs pos="100000">
                  <a:srgbClr val="80B5F7">
                    <a:alpha val="92000"/>
                  </a:srgbClr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CARD 01.1 | 透视卡片 / 04 Glass face: lower fade"/>
            <p:cNvSpPr/>
            <p:nvPr/>
          </p:nvSpPr>
          <p:spPr>
            <a:xfrm>
              <a:off x="685800" y="1741203"/>
              <a:ext cx="1150620" cy="1436174"/>
            </a:xfrm>
            <a:custGeom>
              <a:avLst/>
              <a:gdLst/>
              <a:ahLst/>
              <a:cxnLst/>
              <a:rect l="0" t="0" r="r" b="b"/>
              <a:pathLst>
                <a:path w="1150620" h="1436174">
                  <a:moveTo>
                    <a:pt x="0" y="107752"/>
                  </a:moveTo>
                  <a:cubicBezTo>
                    <a:pt x="0" y="41911"/>
                    <a:pt x="54091" y="0"/>
                    <a:pt x="120815" y="14140"/>
                  </a:cubicBezTo>
                  <a:lnTo>
                    <a:pt x="1029805" y="206774"/>
                  </a:lnTo>
                  <a:cubicBezTo>
                    <a:pt x="1096529" y="220914"/>
                    <a:pt x="1150620" y="289692"/>
                    <a:pt x="1150620" y="360393"/>
                  </a:cubicBezTo>
                  <a:lnTo>
                    <a:pt x="1150620" y="1323561"/>
                  </a:lnTo>
                  <a:cubicBezTo>
                    <a:pt x="1150620" y="1394262"/>
                    <a:pt x="1096529" y="1436174"/>
                    <a:pt x="1029805" y="1417173"/>
                  </a:cubicBezTo>
                  <a:lnTo>
                    <a:pt x="120815" y="1158321"/>
                  </a:lnTo>
                  <a:cubicBezTo>
                    <a:pt x="54091" y="1139320"/>
                    <a:pt x="0" y="1070543"/>
                    <a:pt x="0" y="100470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30000">
                  <a:srgbClr val="FFFFFF">
                    <a:alpha val="0"/>
                  </a:srgbClr>
                </a:gs>
                <a:gs pos="75000">
                  <a:srgbClr val="FFFFFF">
                    <a:alpha val="6600"/>
                  </a:srgbClr>
                </a:gs>
                <a:gs pos="100000">
                  <a:srgbClr val="FFFFFF">
                    <a:alpha val="12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CARD 01.1 | 透视卡片 / 05 Front image border: fades toward bottom"/>
            <p:cNvSpPr/>
            <p:nvPr/>
          </p:nvSpPr>
          <p:spPr>
            <a:xfrm>
              <a:off x="685800" y="1741203"/>
              <a:ext cx="1150620" cy="1436174"/>
            </a:xfrm>
            <a:custGeom>
              <a:avLst/>
              <a:gdLst/>
              <a:ahLst/>
              <a:cxnLst/>
              <a:rect l="0" t="0" r="r" b="b"/>
              <a:pathLst>
                <a:path w="1150620" h="1436174">
                  <a:moveTo>
                    <a:pt x="0" y="107752"/>
                  </a:moveTo>
                  <a:cubicBezTo>
                    <a:pt x="0" y="41911"/>
                    <a:pt x="54091" y="0"/>
                    <a:pt x="120815" y="14140"/>
                  </a:cubicBezTo>
                  <a:lnTo>
                    <a:pt x="1029805" y="206774"/>
                  </a:lnTo>
                  <a:cubicBezTo>
                    <a:pt x="1096529" y="220914"/>
                    <a:pt x="1150620" y="289692"/>
                    <a:pt x="1150620" y="360393"/>
                  </a:cubicBezTo>
                  <a:lnTo>
                    <a:pt x="1150620" y="1323561"/>
                  </a:lnTo>
                  <a:cubicBezTo>
                    <a:pt x="1150620" y="1394262"/>
                    <a:pt x="1096529" y="1436174"/>
                    <a:pt x="1029805" y="1417173"/>
                  </a:cubicBezTo>
                  <a:lnTo>
                    <a:pt x="120815" y="1158321"/>
                  </a:lnTo>
                  <a:cubicBezTo>
                    <a:pt x="54091" y="1139320"/>
                    <a:pt x="0" y="1070543"/>
                    <a:pt x="0" y="1004702"/>
                  </a:cubicBezTo>
                  <a:close/>
                  <a:moveTo>
                    <a:pt x="45720" y="997082"/>
                  </a:moveTo>
                  <a:cubicBezTo>
                    <a:pt x="45720" y="1046089"/>
                    <a:pt x="86028" y="1097706"/>
                    <a:pt x="135750" y="1112373"/>
                  </a:cubicBezTo>
                  <a:lnTo>
                    <a:pt x="1014870" y="1371681"/>
                  </a:lnTo>
                  <a:cubicBezTo>
                    <a:pt x="1064592" y="1386348"/>
                    <a:pt x="1104900" y="1355319"/>
                    <a:pt x="1104900" y="1302377"/>
                  </a:cubicBezTo>
                  <a:lnTo>
                    <a:pt x="1104900" y="366337"/>
                  </a:lnTo>
                  <a:cubicBezTo>
                    <a:pt x="1104900" y="313395"/>
                    <a:pt x="1064592" y="261778"/>
                    <a:pt x="1014870" y="251046"/>
                  </a:cubicBezTo>
                  <a:lnTo>
                    <a:pt x="135750" y="61308"/>
                  </a:lnTo>
                  <a:cubicBezTo>
                    <a:pt x="86028" y="50577"/>
                    <a:pt x="45720" y="81605"/>
                    <a:pt x="45720" y="130612"/>
                  </a:cubicBezTo>
                  <a:close/>
                </a:path>
              </a:pathLst>
            </a:custGeom>
            <a:gradFill rotWithShape="1">
              <a:gsLst>
                <a:gs pos="0">
                  <a:srgbClr val="609BEF"/>
                </a:gs>
                <a:gs pos="40000">
                  <a:srgbClr val="6CA3F1">
                    <a:alpha val="90000"/>
                  </a:srgbClr>
                </a:gs>
                <a:gs pos="78000">
                  <a:srgbClr val="92BDF4">
                    <a:alpha val="30000"/>
                  </a:srgbClr>
                </a:gs>
                <a:gs pos="100000">
                  <a:srgbClr val="A9CDF6">
                    <a:alpha val="2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CARD 01.1 | 透视卡片 / 06 Front image mountains"/>
            <p:cNvSpPr/>
            <p:nvPr/>
          </p:nvSpPr>
          <p:spPr>
            <a:xfrm>
              <a:off x="784860" y="2247900"/>
              <a:ext cx="861060" cy="579120"/>
            </a:xfrm>
            <a:custGeom>
              <a:avLst/>
              <a:gdLst/>
              <a:ahLst/>
              <a:cxnLst/>
              <a:rect l="0" t="0" r="r" b="b"/>
              <a:pathLst>
                <a:path w="861060" h="579120">
                  <a:moveTo>
                    <a:pt x="0" y="426720"/>
                  </a:moveTo>
                  <a:lnTo>
                    <a:pt x="243840" y="38100"/>
                  </a:lnTo>
                  <a:cubicBezTo>
                    <a:pt x="266700" y="0"/>
                    <a:pt x="304800" y="0"/>
                    <a:pt x="327660" y="45720"/>
                  </a:cubicBezTo>
                  <a:lnTo>
                    <a:pt x="548640" y="403860"/>
                  </a:lnTo>
                  <a:lnTo>
                    <a:pt x="609600" y="274320"/>
                  </a:lnTo>
                  <a:cubicBezTo>
                    <a:pt x="640080" y="228600"/>
                    <a:pt x="678180" y="228600"/>
                    <a:pt x="708660" y="289560"/>
                  </a:cubicBezTo>
                  <a:lnTo>
                    <a:pt x="861060" y="579120"/>
                  </a:lnTo>
                  <a:close/>
                </a:path>
              </a:pathLst>
            </a:custGeom>
            <a:gradFill rotWithShape="1">
              <a:gsLst>
                <a:gs pos="0">
                  <a:srgbClr val="4E94E9">
                    <a:alpha val="79000"/>
                  </a:srgbClr>
                </a:gs>
                <a:gs pos="70000">
                  <a:srgbClr val="609EED">
                    <a:alpha val="80000"/>
                  </a:srgbClr>
                </a:gs>
                <a:gs pos="100000">
                  <a:srgbClr val="8CB8F0">
                    <a:alpha val="66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CARD 01.1 | 透视卡片 / 07 Front image sun"/>
            <p:cNvSpPr/>
            <p:nvPr/>
          </p:nvSpPr>
          <p:spPr>
            <a:xfrm>
              <a:off x="1440180" y="2110740"/>
              <a:ext cx="182880" cy="198120"/>
            </a:xfrm>
            <a:prstGeom prst="ellipse">
              <a:avLst/>
            </a:prstGeom>
            <a:solidFill>
              <a:srgbClr val="D1E8FF">
                <a:alpha val="9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FX 01.1 | 轨迹柔光及白色衬线"/>
          <p:cNvGrpSpPr/>
          <p:nvPr/>
        </p:nvGrpSpPr>
        <p:grpSpPr>
          <a:xfrm>
            <a:off x="1082040" y="1371600"/>
            <a:ext cx="3261360" cy="1524000"/>
            <a:chOff x="1082040" y="1371600"/>
            <a:chExt cx="3261360" cy="1524000"/>
          </a:xfrm>
        </p:grpSpPr>
        <p:sp>
          <p:nvSpPr>
            <p:cNvPr id="61" name="FX 01.1 | 轨迹柔光及白色衬线 / 01 White light: width 90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685800" cap="rnd">
              <a:solidFill>
                <a:srgbClr val="FFFFFF">
                  <a:alpha val="457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FX 01.1 | 轨迹柔光及白色衬线 / 02 White light: width 88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674370" cap="rnd">
              <a:solidFill>
                <a:srgbClr val="FFFFFF">
                  <a:alpha val="85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X 01.1 | 轨迹柔光及白色衬线 / 03 White light: width 87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662940" cap="rnd">
              <a:solidFill>
                <a:srgbClr val="FFFFFF">
                  <a:alpha val="10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FX 01.1 | 轨迹柔光及白色衬线 / 04 White light: width 85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651510" cap="rnd">
              <a:solidFill>
                <a:srgbClr val="FFFFFF">
                  <a:alpha val="116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FX 01.1 | 轨迹柔光及白色衬线 / 05 White light: width 84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640080" cap="rnd">
              <a:solidFill>
                <a:srgbClr val="FFFFFF">
                  <a:alpha val="134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X 01.1 | 轨迹柔光及白色衬线 / 06 White light: width 82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628650" cap="rnd">
              <a:solidFill>
                <a:srgbClr val="FFFFFF">
                  <a:alpha val="155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X 01.1 | 轨迹柔光及白色衬线 / 07 White light: width 81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617220" cap="rnd">
              <a:solidFill>
                <a:srgbClr val="FFFFFF">
                  <a:alpha val="178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FX 01.1 | 轨迹柔光及白色衬线 / 08 White light: width 79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605790" cap="rnd">
              <a:solidFill>
                <a:srgbClr val="FFFFFF">
                  <a:alpha val="205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FX 01.1 | 轨迹柔光及白色衬线 / 09 White light: width 78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594360" cap="rnd">
              <a:solidFill>
                <a:srgbClr val="FFFFFF">
                  <a:alpha val="234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FX 01.1 | 轨迹柔光及白色衬线 / 10 White light: width 76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582930" cap="rnd">
              <a:solidFill>
                <a:srgbClr val="FFFFFF">
                  <a:alpha val="268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FX 01.1 | 轨迹柔光及白色衬线 / 11 White light: width 75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571500" cap="rnd">
              <a:solidFill>
                <a:srgbClr val="FFFFFF">
                  <a:alpha val="304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FX 01.1 | 轨迹柔光及白色衬线 / 12 White light: width 73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560070" cap="rnd">
              <a:solidFill>
                <a:srgbClr val="FFFFFF">
                  <a:alpha val="346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FX 01.1 | 轨迹柔光及白色衬线 / 13 White light: width 72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548640" cap="rnd">
              <a:solidFill>
                <a:srgbClr val="FFFFFF">
                  <a:alpha val="391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FX 01.1 | 轨迹柔光及白色衬线 / 14 White light: width 70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537210" cap="rnd">
              <a:solidFill>
                <a:srgbClr val="FFFFFF">
                  <a:alpha val="441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FX 01.1 | 轨迹柔光及白色衬线 / 15 White light: width 69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525780" cap="rnd">
              <a:solidFill>
                <a:srgbClr val="FFFFFF">
                  <a:alpha val="497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FX 01.1 | 轨迹柔光及白色衬线 / 16 White light: width 67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514350" cap="rnd">
              <a:solidFill>
                <a:srgbClr val="FFFFFF">
                  <a:alpha val="557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FX 01.1 | 轨迹柔光及白色衬线 / 17 White light: width 66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502920" cap="rnd">
              <a:solidFill>
                <a:srgbClr val="FFFFFF">
                  <a:alpha val="623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FX 01.1 | 轨迹柔光及白色衬线 / 18 White light: width 64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491490" cap="rnd">
              <a:solidFill>
                <a:srgbClr val="FFFFFF">
                  <a:alpha val="696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FX 01.1 | 轨迹柔光及白色衬线 / 19 White light: width 63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480059" cap="rnd">
              <a:solidFill>
                <a:srgbClr val="FFFFFF">
                  <a:alpha val="774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FX 01.1 | 轨迹柔光及白色衬线 / 20 White light: width 61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468630" cap="rnd">
              <a:solidFill>
                <a:srgbClr val="FFFFFF">
                  <a:alpha val="86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FX 01.1 | 轨迹柔光及白色衬线 / 21 White light: width 60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457200" cap="rnd">
              <a:solidFill>
                <a:srgbClr val="FFFFFF">
                  <a:alpha val="952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FX 01.1 | 轨迹柔光及白色衬线 / 22 White light: width 58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445770" cap="rnd">
              <a:solidFill>
                <a:srgbClr val="FFFFFF">
                  <a:alpha val="1051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FX 01.1 | 轨迹柔光及白色衬线 / 23 White light: width 57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434340" cap="rnd">
              <a:solidFill>
                <a:srgbClr val="FFFFFF">
                  <a:alpha val="1158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FX 01.1 | 轨迹柔光及白色衬线 / 24 White light: width 55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422909" cap="rnd">
              <a:solidFill>
                <a:srgbClr val="FFFFFF">
                  <a:alpha val="1273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FX 01.1 | 轨迹柔光及白色衬线 / 25 White light: width 54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411480" cap="rnd">
              <a:solidFill>
                <a:srgbClr val="FFFFFF">
                  <a:alpha val="1395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X 01.1 | 轨迹柔光及白色衬线 / 26 White light: width 52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400050" cap="rnd">
              <a:solidFill>
                <a:srgbClr val="FFFFFF">
                  <a:alpha val="1526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FX 01.1 | 轨迹柔光及白色衬线 / 27 White light: width 51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388620" cap="rnd">
              <a:solidFill>
                <a:srgbClr val="FFFFFF">
                  <a:alpha val="1665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X 01.1 | 轨迹柔光及白色衬线 / 28 White light: width 49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377190" cap="rnd">
              <a:solidFill>
                <a:srgbClr val="FFFFFF">
                  <a:alpha val="1813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FX 01.1 | 轨迹柔光及白色衬线 / 29 White light: width 48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365760" cap="rnd">
              <a:solidFill>
                <a:srgbClr val="FFFFFF">
                  <a:alpha val="1969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FX 01.1 | 轨迹柔光及白色衬线 / 30 White light: width 46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354330" cap="rnd">
              <a:solidFill>
                <a:srgbClr val="FFFFFF">
                  <a:alpha val="2134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X 01.1 | 轨迹柔光及白色衬线 / 31 White light: width 45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342900" cap="rnd">
              <a:solidFill>
                <a:srgbClr val="FFFFFF">
                  <a:alpha val="2308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FX 01.1 | 轨迹柔光及白色衬线 / 32 White light: width 43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331470" cap="rnd">
              <a:solidFill>
                <a:srgbClr val="FFFFFF">
                  <a:alpha val="249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FX 01.1 | 轨迹柔光及白色衬线 / 33 White light: width 42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320040" cap="rnd">
              <a:solidFill>
                <a:srgbClr val="FFFFFF">
                  <a:alpha val="2682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FX 01.1 | 轨迹柔光及白色衬线 / 34 White light: width 40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308610" cap="rnd">
              <a:solidFill>
                <a:srgbClr val="FFFFFF">
                  <a:alpha val="2881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FX 01.1 | 轨迹柔光及白色衬线 / 35 White light: width 39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297180" cap="rnd">
              <a:solidFill>
                <a:srgbClr val="FFFFFF">
                  <a:alpha val="3089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FX 01.1 | 轨迹柔光及白色衬线 / 36 White light: width 37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285750" cap="rnd">
              <a:solidFill>
                <a:srgbClr val="FFFFFF">
                  <a:alpha val="3305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FX 01.1 | 轨迹柔光及白色衬线 / 37 White light: width 36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274320" cap="rnd">
              <a:solidFill>
                <a:srgbClr val="FFFFFF">
                  <a:alpha val="3528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FX 01.1 | 轨迹柔光及白色衬线 / 38 White light: width 34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262890" cap="rnd">
              <a:solidFill>
                <a:srgbClr val="FFFFFF">
                  <a:alpha val="3758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FX 01.1 | 轨迹柔光及白色衬线 / 39 White light: width 33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251460" cap="rnd">
              <a:solidFill>
                <a:srgbClr val="FFFFFF">
                  <a:alpha val="3993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FX 01.1 | 轨迹柔光及白色衬线 / 40 White light: width 31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240029" cap="rnd">
              <a:solidFill>
                <a:srgbClr val="FFFFFF">
                  <a:alpha val="4233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FX 01.1 | 轨迹柔光及白色衬线 / 41 White light: width 30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228600" cap="rnd">
              <a:solidFill>
                <a:srgbClr val="FFFFFF">
                  <a:alpha val="4477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FX 01.1 | 轨迹柔光及白色衬线 / 42 White light: width 28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217170" cap="rnd">
              <a:solidFill>
                <a:srgbClr val="FFFFFF">
                  <a:alpha val="4721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FX 01.1 | 轨迹柔光及白色衬线 / 43 White light: width 27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205740" cap="rnd">
              <a:solidFill>
                <a:srgbClr val="FFFFFF">
                  <a:alpha val="4964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FX 01.1 | 轨迹柔光及白色衬线 / 44 White light: width 25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194310" cap="rnd">
              <a:solidFill>
                <a:srgbClr val="FFFFFF">
                  <a:alpha val="5203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FX 01.1 | 轨迹柔光及白色衬线 / 45 White light: width 24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182880" cap="rnd">
              <a:solidFill>
                <a:srgbClr val="FFFFFF">
                  <a:alpha val="5434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FX 01.1 | 轨迹柔光及白色衬线 / 46 White light: width 22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171450" cap="rnd">
              <a:solidFill>
                <a:srgbClr val="FFFFFF">
                  <a:alpha val="5652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FX 01.1 | 轨迹柔光及白色衬线 / 47 White light: width 21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160020" cap="rnd">
              <a:solidFill>
                <a:srgbClr val="FFFFFF">
                  <a:alpha val="585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FX 01.1 | 轨迹柔光及白色衬线 / 48 White light: width 19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148590" cap="rnd">
              <a:solidFill>
                <a:srgbClr val="FFFFFF">
                  <a:alpha val="6022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FX 01.1 | 轨迹柔光及白色衬线 / 49 White light: width 18.0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137160" cap="rnd">
              <a:solidFill>
                <a:srgbClr val="FFFFFF">
                  <a:alpha val="6159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FX 01.1 | 轨迹柔光及白色衬线 / 50 White light: width 16.5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125730" cap="rnd">
              <a:solidFill>
                <a:srgbClr val="FFFFFF">
                  <a:alpha val="6250"/>
                </a:srgbClr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FX 01.1 | 轨迹柔光及白色衬线 / 51 Trajectory white rim"/>
            <p:cNvSpPr/>
            <p:nvPr/>
          </p:nvSpPr>
          <p:spPr>
            <a:xfrm>
              <a:off x="1082040" y="1371600"/>
              <a:ext cx="3261360" cy="1524000"/>
            </a:xfrm>
            <a:custGeom>
              <a:avLst/>
              <a:gdLst/>
              <a:ahLst/>
              <a:cxnLst/>
              <a:rect l="0" t="0" r="r" b="b"/>
              <a:pathLst>
                <a:path w="3261360" h="1524000" fill="none">
                  <a:moveTo>
                    <a:pt x="0" y="1524000"/>
                  </a:moveTo>
                  <a:cubicBezTo>
                    <a:pt x="449580" y="1394460"/>
                    <a:pt x="1066800" y="1143000"/>
                    <a:pt x="1600200" y="845820"/>
                  </a:cubicBezTo>
                  <a:cubicBezTo>
                    <a:pt x="2141220" y="556260"/>
                    <a:pt x="2758440" y="289560"/>
                    <a:pt x="3261360" y="0"/>
                  </a:cubicBezTo>
                </a:path>
              </a:pathLst>
            </a:custGeom>
            <a:noFill/>
            <a:ln w="114300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2" name="ARROW 01.1 | 蓝色轨迹杆（编辑顶点/线宽）"/>
          <p:cNvSpPr/>
          <p:nvPr/>
        </p:nvSpPr>
        <p:spPr>
          <a:xfrm>
            <a:off x="1082040" y="1371600"/>
            <a:ext cx="3261360" cy="1524000"/>
          </a:xfrm>
          <a:custGeom>
            <a:avLst/>
            <a:gdLst/>
            <a:ahLst/>
            <a:cxnLst/>
            <a:rect l="0" t="0" r="r" b="b"/>
            <a:pathLst>
              <a:path w="3261360" h="1524000" fill="none">
                <a:moveTo>
                  <a:pt x="0" y="1524000"/>
                </a:moveTo>
                <a:cubicBezTo>
                  <a:pt x="449580" y="1394460"/>
                  <a:pt x="1066800" y="1143000"/>
                  <a:pt x="1600200" y="845820"/>
                </a:cubicBezTo>
                <a:cubicBezTo>
                  <a:pt x="2141220" y="556260"/>
                  <a:pt x="2758440" y="289560"/>
                  <a:pt x="3261360" y="0"/>
                </a:cubicBezTo>
              </a:path>
            </a:pathLst>
          </a:custGeom>
          <a:noFill/>
          <a:ln w="83820" cap="rnd">
            <a:solidFill>
              <a:srgbClr val="2582FA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ARROW 01.2 | 蓝色轨迹箭头头部"/>
          <p:cNvSpPr/>
          <p:nvPr/>
        </p:nvSpPr>
        <p:spPr>
          <a:xfrm>
            <a:off x="4191000" y="1257300"/>
            <a:ext cx="335280" cy="281940"/>
          </a:xfrm>
          <a:custGeom>
            <a:avLst/>
            <a:gdLst/>
            <a:ahLst/>
            <a:cxnLst/>
            <a:rect l="0" t="0" r="r" b="b"/>
            <a:pathLst>
              <a:path w="335280" h="281940">
                <a:moveTo>
                  <a:pt x="10363" y="22555"/>
                </a:moveTo>
                <a:cubicBezTo>
                  <a:pt x="0" y="0"/>
                  <a:pt x="0" y="0"/>
                  <a:pt x="26822" y="1829"/>
                </a:cubicBezTo>
                <a:lnTo>
                  <a:pt x="308458" y="21031"/>
                </a:lnTo>
                <a:cubicBezTo>
                  <a:pt x="335280" y="22860"/>
                  <a:pt x="335280" y="22860"/>
                  <a:pt x="318821" y="43586"/>
                </a:cubicBezTo>
                <a:lnTo>
                  <a:pt x="145999" y="261214"/>
                </a:lnTo>
                <a:cubicBezTo>
                  <a:pt x="129540" y="281940"/>
                  <a:pt x="129540" y="281940"/>
                  <a:pt x="119177" y="259385"/>
                </a:cubicBezTo>
                <a:close/>
              </a:path>
            </a:pathLst>
          </a:custGeom>
          <a:solidFill>
            <a:srgbClr val="258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4" name="POINT 01.1 | 轨迹时间点"/>
          <p:cNvGrpSpPr/>
          <p:nvPr/>
        </p:nvGrpSpPr>
        <p:grpSpPr>
          <a:xfrm>
            <a:off x="1645920" y="2453640"/>
            <a:ext cx="350520" cy="350520"/>
            <a:chOff x="1645920" y="2453640"/>
            <a:chExt cx="350520" cy="350520"/>
          </a:xfrm>
        </p:grpSpPr>
        <p:sp>
          <p:nvSpPr>
            <p:cNvPr id="115" name="POINT 01.1 | 轨迹时间点 / 01 Time point 1: soft light"/>
            <p:cNvSpPr/>
            <p:nvPr/>
          </p:nvSpPr>
          <p:spPr>
            <a:xfrm>
              <a:off x="1645920" y="2453640"/>
              <a:ext cx="350520" cy="350520"/>
            </a:xfrm>
            <a:prstGeom prst="ellipse">
              <a:avLst/>
            </a:prstGeom>
            <a:solidFill>
              <a:srgbClr val="FFFFFF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POINT 01.1 | 轨迹时间点 / 02 Time point 1: soft light"/>
            <p:cNvSpPr/>
            <p:nvPr/>
          </p:nvSpPr>
          <p:spPr>
            <a:xfrm>
              <a:off x="1668780" y="2476500"/>
              <a:ext cx="304800" cy="304800"/>
            </a:xfrm>
            <a:prstGeom prst="ellipse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POINT 01.1 | 轨迹时间点 / 03 Time point 1: soft light"/>
            <p:cNvSpPr/>
            <p:nvPr/>
          </p:nvSpPr>
          <p:spPr>
            <a:xfrm>
              <a:off x="1684020" y="2491740"/>
              <a:ext cx="274320" cy="27432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POINT 01.1 | 轨迹时间点 / 04 Time point 1: white rim"/>
            <p:cNvSpPr/>
            <p:nvPr/>
          </p:nvSpPr>
          <p:spPr>
            <a:xfrm>
              <a:off x="1699260" y="2506980"/>
              <a:ext cx="243840" cy="2438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POINT 01.1 | 轨迹时间点 / 05 Time point 1: blue ring"/>
            <p:cNvSpPr/>
            <p:nvPr/>
          </p:nvSpPr>
          <p:spPr>
            <a:xfrm>
              <a:off x="1729740" y="2537460"/>
              <a:ext cx="182880" cy="182880"/>
            </a:xfrm>
            <a:prstGeom prst="ellipse">
              <a:avLst/>
            </a:prstGeom>
            <a:solidFill>
              <a:srgbClr val="2582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POINT 01.1 | 轨迹时间点 / 06 Time point 1: center"/>
            <p:cNvSpPr/>
            <p:nvPr/>
          </p:nvSpPr>
          <p:spPr>
            <a:xfrm>
              <a:off x="1788414" y="2596134"/>
              <a:ext cx="65532" cy="655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" name="POINT 01.2 | 轨迹时间点"/>
          <p:cNvGrpSpPr/>
          <p:nvPr/>
        </p:nvGrpSpPr>
        <p:grpSpPr>
          <a:xfrm>
            <a:off x="2506980" y="2042160"/>
            <a:ext cx="350520" cy="350520"/>
            <a:chOff x="2506980" y="2042160"/>
            <a:chExt cx="350520" cy="350520"/>
          </a:xfrm>
        </p:grpSpPr>
        <p:sp>
          <p:nvSpPr>
            <p:cNvPr id="122" name="POINT 01.2 | 轨迹时间点 / 01 Time point 2: soft light"/>
            <p:cNvSpPr/>
            <p:nvPr/>
          </p:nvSpPr>
          <p:spPr>
            <a:xfrm>
              <a:off x="2506980" y="2042160"/>
              <a:ext cx="350520" cy="350520"/>
            </a:xfrm>
            <a:prstGeom prst="ellipse">
              <a:avLst/>
            </a:prstGeom>
            <a:solidFill>
              <a:srgbClr val="FFFFFF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POINT 01.2 | 轨迹时间点 / 02 Time point 2: soft light"/>
            <p:cNvSpPr/>
            <p:nvPr/>
          </p:nvSpPr>
          <p:spPr>
            <a:xfrm>
              <a:off x="2529840" y="2065020"/>
              <a:ext cx="304800" cy="304800"/>
            </a:xfrm>
            <a:prstGeom prst="ellipse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POINT 01.2 | 轨迹时间点 / 03 Time point 2: soft light"/>
            <p:cNvSpPr/>
            <p:nvPr/>
          </p:nvSpPr>
          <p:spPr>
            <a:xfrm>
              <a:off x="2545080" y="2080260"/>
              <a:ext cx="274320" cy="27432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POINT 01.2 | 轨迹时间点 / 04 Time point 2: white rim"/>
            <p:cNvSpPr/>
            <p:nvPr/>
          </p:nvSpPr>
          <p:spPr>
            <a:xfrm>
              <a:off x="2560320" y="2095500"/>
              <a:ext cx="243840" cy="2438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POINT 01.2 | 轨迹时间点 / 05 Time point 2: blue ring"/>
            <p:cNvSpPr/>
            <p:nvPr/>
          </p:nvSpPr>
          <p:spPr>
            <a:xfrm>
              <a:off x="2590800" y="2125980"/>
              <a:ext cx="182880" cy="182880"/>
            </a:xfrm>
            <a:prstGeom prst="ellipse">
              <a:avLst/>
            </a:prstGeom>
            <a:solidFill>
              <a:srgbClr val="2582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POINT 01.2 | 轨迹时间点 / 06 Time point 2: center"/>
            <p:cNvSpPr/>
            <p:nvPr/>
          </p:nvSpPr>
          <p:spPr>
            <a:xfrm>
              <a:off x="2649474" y="2184654"/>
              <a:ext cx="65532" cy="655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8" name="POINT 01.3 | 轨迹时间点"/>
          <p:cNvGrpSpPr/>
          <p:nvPr/>
        </p:nvGrpSpPr>
        <p:grpSpPr>
          <a:xfrm>
            <a:off x="3299460" y="1615440"/>
            <a:ext cx="350520" cy="350520"/>
            <a:chOff x="3299460" y="1615440"/>
            <a:chExt cx="350520" cy="350520"/>
          </a:xfrm>
        </p:grpSpPr>
        <p:sp>
          <p:nvSpPr>
            <p:cNvPr id="129" name="POINT 01.3 | 轨迹时间点 / 01 Time point 3: soft light"/>
            <p:cNvSpPr/>
            <p:nvPr/>
          </p:nvSpPr>
          <p:spPr>
            <a:xfrm>
              <a:off x="3299460" y="1615440"/>
              <a:ext cx="350520" cy="350520"/>
            </a:xfrm>
            <a:prstGeom prst="ellipse">
              <a:avLst/>
            </a:prstGeom>
            <a:solidFill>
              <a:srgbClr val="FFFFFF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POINT 01.3 | 轨迹时间点 / 02 Time point 3: soft light"/>
            <p:cNvSpPr/>
            <p:nvPr/>
          </p:nvSpPr>
          <p:spPr>
            <a:xfrm>
              <a:off x="3322320" y="1638300"/>
              <a:ext cx="304800" cy="304800"/>
            </a:xfrm>
            <a:prstGeom prst="ellipse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POINT 01.3 | 轨迹时间点 / 03 Time point 3: soft light"/>
            <p:cNvSpPr/>
            <p:nvPr/>
          </p:nvSpPr>
          <p:spPr>
            <a:xfrm>
              <a:off x="3337560" y="1653540"/>
              <a:ext cx="274320" cy="27432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POINT 01.3 | 轨迹时间点 / 04 Time point 3: white rim"/>
            <p:cNvSpPr/>
            <p:nvPr/>
          </p:nvSpPr>
          <p:spPr>
            <a:xfrm>
              <a:off x="3352800" y="1668780"/>
              <a:ext cx="243840" cy="2438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POINT 01.3 | 轨迹时间点 / 05 Time point 3: blue ring"/>
            <p:cNvSpPr/>
            <p:nvPr/>
          </p:nvSpPr>
          <p:spPr>
            <a:xfrm>
              <a:off x="3383280" y="1699260"/>
              <a:ext cx="182880" cy="182880"/>
            </a:xfrm>
            <a:prstGeom prst="ellipse">
              <a:avLst/>
            </a:prstGeom>
            <a:solidFill>
              <a:srgbClr val="2582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POINT 01.3 | 轨迹时间点 / 06 Time point 3: center"/>
            <p:cNvSpPr/>
            <p:nvPr/>
          </p:nvSpPr>
          <p:spPr>
            <a:xfrm>
              <a:off x="3441954" y="1757934"/>
              <a:ext cx="65532" cy="655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5" name="FX 01.2.1 | 速度短线"/>
          <p:cNvSpPr/>
          <p:nvPr/>
        </p:nvSpPr>
        <p:spPr>
          <a:xfrm>
            <a:off x="3116580" y="2819400"/>
            <a:ext cx="601980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1BBFD">
                  <a:alpha val="0"/>
                </a:srgbClr>
              </a:gs>
              <a:gs pos="90000">
                <a:srgbClr val="348AFF">
                  <a:alpha val="92000"/>
                </a:srgbClr>
              </a:gs>
              <a:gs pos="100000">
                <a:srgbClr val="348AFF">
                  <a:alpha val="9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X 01.2.2 | 速度短线"/>
          <p:cNvSpPr/>
          <p:nvPr/>
        </p:nvSpPr>
        <p:spPr>
          <a:xfrm>
            <a:off x="3017520" y="2956560"/>
            <a:ext cx="655320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1BBFD">
                  <a:alpha val="0"/>
                </a:srgbClr>
              </a:gs>
              <a:gs pos="90000">
                <a:srgbClr val="348AFF">
                  <a:alpha val="92000"/>
                </a:srgbClr>
              </a:gs>
              <a:gs pos="100000">
                <a:srgbClr val="348AFF">
                  <a:alpha val="9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X 01.2.3 | 速度短线"/>
          <p:cNvSpPr/>
          <p:nvPr/>
        </p:nvSpPr>
        <p:spPr>
          <a:xfrm>
            <a:off x="2910840" y="3093720"/>
            <a:ext cx="769620" cy="685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1BBFD">
                  <a:alpha val="0"/>
                </a:srgbClr>
              </a:gs>
              <a:gs pos="90000">
                <a:srgbClr val="348AFF">
                  <a:alpha val="92000"/>
                </a:srgbClr>
              </a:gs>
              <a:gs pos="100000">
                <a:srgbClr val="348AFF">
                  <a:alpha val="9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8" name="FX 02 | 背景柔光"/>
          <p:cNvGrpSpPr/>
          <p:nvPr/>
        </p:nvGrpSpPr>
        <p:grpSpPr>
          <a:xfrm>
            <a:off x="5478780" y="571500"/>
            <a:ext cx="4648200" cy="3048000"/>
            <a:chOff x="5478780" y="571500"/>
            <a:chExt cx="4648200" cy="3048000"/>
          </a:xfrm>
        </p:grpSpPr>
        <p:sp>
          <p:nvSpPr>
            <p:cNvPr id="139" name="FX 02 | 背景柔光 / 01 02: pale violet light: halo 01"/>
            <p:cNvSpPr/>
            <p:nvPr/>
          </p:nvSpPr>
          <p:spPr>
            <a:xfrm>
              <a:off x="5478780" y="571500"/>
              <a:ext cx="4648200" cy="304800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FX 02 | 背景柔光 / 02 02: pale violet light: halo 02"/>
            <p:cNvSpPr/>
            <p:nvPr/>
          </p:nvSpPr>
          <p:spPr>
            <a:xfrm>
              <a:off x="5563029" y="626745"/>
              <a:ext cx="4479703" cy="293751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FX 02 | 背景柔光 / 03 02: pale violet light: halo 03"/>
            <p:cNvSpPr/>
            <p:nvPr/>
          </p:nvSpPr>
          <p:spPr>
            <a:xfrm>
              <a:off x="5647277" y="681990"/>
              <a:ext cx="4311206" cy="282702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FX 02 | 背景柔光 / 04 02: pale violet light: halo 04"/>
            <p:cNvSpPr/>
            <p:nvPr/>
          </p:nvSpPr>
          <p:spPr>
            <a:xfrm>
              <a:off x="5731526" y="737235"/>
              <a:ext cx="4142708" cy="271653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FX 02 | 背景柔光 / 05 02: pale violet light: halo 05"/>
            <p:cNvSpPr/>
            <p:nvPr/>
          </p:nvSpPr>
          <p:spPr>
            <a:xfrm>
              <a:off x="5815774" y="792480"/>
              <a:ext cx="3974211" cy="260604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FX 02 | 背景柔光 / 06 02: pale violet light: halo 06"/>
            <p:cNvSpPr/>
            <p:nvPr/>
          </p:nvSpPr>
          <p:spPr>
            <a:xfrm>
              <a:off x="5900023" y="847725"/>
              <a:ext cx="3805714" cy="249555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FX 02 | 背景柔光 / 07 02: pale violet light: halo 07"/>
            <p:cNvSpPr/>
            <p:nvPr/>
          </p:nvSpPr>
          <p:spPr>
            <a:xfrm>
              <a:off x="5984272" y="902970"/>
              <a:ext cx="3637216" cy="238506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FX 02 | 背景柔光 / 08 02: pale violet light: halo 08"/>
            <p:cNvSpPr/>
            <p:nvPr/>
          </p:nvSpPr>
          <p:spPr>
            <a:xfrm>
              <a:off x="6068520" y="958215"/>
              <a:ext cx="3468719" cy="227457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FX 02 | 背景柔光 / 09 02: pale violet light: halo 09"/>
            <p:cNvSpPr/>
            <p:nvPr/>
          </p:nvSpPr>
          <p:spPr>
            <a:xfrm>
              <a:off x="6152769" y="1013460"/>
              <a:ext cx="3300222" cy="216408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X 02 | 背景柔光 / 10 02: pale violet light: halo 10"/>
            <p:cNvSpPr/>
            <p:nvPr/>
          </p:nvSpPr>
          <p:spPr>
            <a:xfrm>
              <a:off x="6237018" y="1068705"/>
              <a:ext cx="3131725" cy="205359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FX 02 | 背景柔光 / 11 02: pale violet light: halo 11"/>
            <p:cNvSpPr/>
            <p:nvPr/>
          </p:nvSpPr>
          <p:spPr>
            <a:xfrm>
              <a:off x="6321266" y="1123950"/>
              <a:ext cx="2963228" cy="194310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FX 02 | 背景柔光 / 12 02: pale violet light: halo 12"/>
            <p:cNvSpPr/>
            <p:nvPr/>
          </p:nvSpPr>
          <p:spPr>
            <a:xfrm>
              <a:off x="6405515" y="1179195"/>
              <a:ext cx="2794730" cy="183261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FX 02 | 背景柔光 / 13 02: pale violet light: halo 13"/>
            <p:cNvSpPr/>
            <p:nvPr/>
          </p:nvSpPr>
          <p:spPr>
            <a:xfrm>
              <a:off x="6489764" y="1234440"/>
              <a:ext cx="2626233" cy="172212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FX 02 | 背景柔光 / 14 02: pale violet light: halo 14"/>
            <p:cNvSpPr/>
            <p:nvPr/>
          </p:nvSpPr>
          <p:spPr>
            <a:xfrm>
              <a:off x="6574012" y="1289685"/>
              <a:ext cx="2457736" cy="161163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FX 02 | 背景柔光 / 15 02: pale violet light: halo 15"/>
            <p:cNvSpPr/>
            <p:nvPr/>
          </p:nvSpPr>
          <p:spPr>
            <a:xfrm>
              <a:off x="6658261" y="1344930"/>
              <a:ext cx="2289238" cy="150114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FX 02 | 背景柔光 / 16 02: pale violet light: halo 16"/>
            <p:cNvSpPr/>
            <p:nvPr/>
          </p:nvSpPr>
          <p:spPr>
            <a:xfrm>
              <a:off x="6742509" y="1400175"/>
              <a:ext cx="2120741" cy="1390650"/>
            </a:xfrm>
            <a:prstGeom prst="ellipse">
              <a:avLst/>
            </a:prstGeom>
            <a:solidFill>
              <a:srgbClr val="9DA8FA">
                <a:alpha val="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5" name="ARROW 02.1 | 上方循环箭头（编辑顶点）"/>
          <p:cNvSpPr/>
          <p:nvPr/>
        </p:nvSpPr>
        <p:spPr>
          <a:xfrm>
            <a:off x="6423660" y="731520"/>
            <a:ext cx="2720340" cy="693420"/>
          </a:xfrm>
          <a:custGeom>
            <a:avLst/>
            <a:gdLst/>
            <a:ahLst/>
            <a:cxnLst/>
            <a:rect l="0" t="0" r="r" b="b"/>
            <a:pathLst>
              <a:path w="2720340" h="693420">
                <a:moveTo>
                  <a:pt x="45720" y="579120"/>
                </a:moveTo>
                <a:cubicBezTo>
                  <a:pt x="739140" y="53340"/>
                  <a:pt x="1882140" y="0"/>
                  <a:pt x="2583180" y="426720"/>
                </a:cubicBezTo>
                <a:lnTo>
                  <a:pt x="2621280" y="373380"/>
                </a:lnTo>
                <a:cubicBezTo>
                  <a:pt x="2636520" y="358140"/>
                  <a:pt x="2651760" y="381000"/>
                  <a:pt x="2659380" y="403860"/>
                </a:cubicBezTo>
                <a:lnTo>
                  <a:pt x="2712720" y="624840"/>
                </a:lnTo>
                <a:cubicBezTo>
                  <a:pt x="2720340" y="647700"/>
                  <a:pt x="2705100" y="662940"/>
                  <a:pt x="2682240" y="655320"/>
                </a:cubicBezTo>
                <a:lnTo>
                  <a:pt x="2430780" y="609600"/>
                </a:lnTo>
                <a:cubicBezTo>
                  <a:pt x="2400300" y="601980"/>
                  <a:pt x="2385060" y="586740"/>
                  <a:pt x="2407920" y="563880"/>
                </a:cubicBezTo>
                <a:lnTo>
                  <a:pt x="2476500" y="502920"/>
                </a:lnTo>
                <a:cubicBezTo>
                  <a:pt x="1798320" y="114300"/>
                  <a:pt x="784860" y="190500"/>
                  <a:pt x="106680" y="647700"/>
                </a:cubicBezTo>
                <a:cubicBezTo>
                  <a:pt x="53340" y="693420"/>
                  <a:pt x="0" y="640080"/>
                  <a:pt x="45720" y="579120"/>
                </a:cubicBezTo>
                <a:close/>
              </a:path>
            </a:pathLst>
          </a:custGeom>
          <a:gradFill rotWithShape="1">
            <a:gsLst>
              <a:gs pos="0">
                <a:srgbClr val="8AC4FA"/>
              </a:gs>
              <a:gs pos="28000">
                <a:srgbClr val="438FFC"/>
              </a:gs>
              <a:gs pos="100000">
                <a:srgbClr val="8D66D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ARROW 02.2 | 下方循环箭头（编辑顶点）"/>
          <p:cNvSpPr/>
          <p:nvPr/>
        </p:nvSpPr>
        <p:spPr>
          <a:xfrm>
            <a:off x="6454140" y="2735580"/>
            <a:ext cx="2682240" cy="708660"/>
          </a:xfrm>
          <a:custGeom>
            <a:avLst/>
            <a:gdLst/>
            <a:ahLst/>
            <a:cxnLst/>
            <a:rect l="0" t="0" r="r" b="b"/>
            <a:pathLst>
              <a:path w="2682240" h="708660">
                <a:moveTo>
                  <a:pt x="2567940" y="45720"/>
                </a:moveTo>
                <a:cubicBezTo>
                  <a:pt x="2628900" y="0"/>
                  <a:pt x="2682240" y="68580"/>
                  <a:pt x="2636520" y="121920"/>
                </a:cubicBezTo>
                <a:cubicBezTo>
                  <a:pt x="2004060" y="701040"/>
                  <a:pt x="838200" y="708660"/>
                  <a:pt x="175260" y="266700"/>
                </a:cubicBezTo>
                <a:lnTo>
                  <a:pt x="129540" y="327660"/>
                </a:lnTo>
                <a:cubicBezTo>
                  <a:pt x="114300" y="350520"/>
                  <a:pt x="91440" y="335280"/>
                  <a:pt x="83820" y="312420"/>
                </a:cubicBezTo>
                <a:lnTo>
                  <a:pt x="7620" y="91440"/>
                </a:lnTo>
                <a:cubicBezTo>
                  <a:pt x="0" y="60960"/>
                  <a:pt x="15240" y="38100"/>
                  <a:pt x="45720" y="45720"/>
                </a:cubicBezTo>
                <a:lnTo>
                  <a:pt x="289560" y="91440"/>
                </a:lnTo>
                <a:cubicBezTo>
                  <a:pt x="320040" y="99060"/>
                  <a:pt x="327660" y="121920"/>
                  <a:pt x="304800" y="137160"/>
                </a:cubicBezTo>
                <a:lnTo>
                  <a:pt x="251460" y="182880"/>
                </a:lnTo>
                <a:cubicBezTo>
                  <a:pt x="899160" y="601980"/>
                  <a:pt x="1996440" y="533400"/>
                  <a:pt x="2567940" y="45720"/>
                </a:cubicBezTo>
                <a:close/>
              </a:path>
            </a:pathLst>
          </a:custGeom>
          <a:gradFill rotWithShape="1">
            <a:gsLst>
              <a:gs pos="0">
                <a:srgbClr val="8C67E0"/>
              </a:gs>
              <a:gs pos="75000">
                <a:srgbClr val="4E90F9"/>
              </a:gs>
              <a:gs pos="100000">
                <a:srgbClr val="A5CBF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7" name="CARD 02.1 | 图像卡片"/>
          <p:cNvGrpSpPr/>
          <p:nvPr/>
        </p:nvGrpSpPr>
        <p:grpSpPr>
          <a:xfrm>
            <a:off x="5745480" y="1455420"/>
            <a:ext cx="1021080" cy="1219200"/>
            <a:chOff x="5745480" y="1455420"/>
            <a:chExt cx="1021080" cy="1219200"/>
          </a:xfrm>
        </p:grpSpPr>
        <p:sp>
          <p:nvSpPr>
            <p:cNvPr id="158" name="CARD 02.1 | 图像卡片 / 01 Image frame"/>
            <p:cNvSpPr/>
            <p:nvPr/>
          </p:nvSpPr>
          <p:spPr>
            <a:xfrm>
              <a:off x="5745480" y="1455420"/>
              <a:ext cx="1021080" cy="1219200"/>
            </a:xfrm>
            <a:custGeom>
              <a:avLst/>
              <a:gdLst/>
              <a:ahLst/>
              <a:cxnLst/>
              <a:rect l="0" t="0" r="r" b="b"/>
              <a:pathLst>
                <a:path w="1021080" h="1219200">
                  <a:moveTo>
                    <a:pt x="0" y="42672"/>
                  </a:moveTo>
                  <a:cubicBezTo>
                    <a:pt x="0" y="0"/>
                    <a:pt x="0" y="0"/>
                    <a:pt x="35738" y="5601"/>
                  </a:cubicBezTo>
                  <a:lnTo>
                    <a:pt x="985342" y="154419"/>
                  </a:lnTo>
                  <a:cubicBezTo>
                    <a:pt x="1021080" y="160020"/>
                    <a:pt x="1021080" y="160020"/>
                    <a:pt x="1021080" y="192557"/>
                  </a:cubicBezTo>
                  <a:lnTo>
                    <a:pt x="1021080" y="1057123"/>
                  </a:lnTo>
                  <a:cubicBezTo>
                    <a:pt x="1021080" y="1089660"/>
                    <a:pt x="1021080" y="1089660"/>
                    <a:pt x="985342" y="1094194"/>
                  </a:cubicBezTo>
                  <a:lnTo>
                    <a:pt x="35738" y="1214666"/>
                  </a:lnTo>
                  <a:cubicBezTo>
                    <a:pt x="0" y="1219200"/>
                    <a:pt x="0" y="1219200"/>
                    <a:pt x="0" y="1176528"/>
                  </a:cubicBezTo>
                  <a:close/>
                </a:path>
              </a:pathLst>
            </a:custGeom>
            <a:gradFill rotWithShape="1">
              <a:gsLst>
                <a:gs pos="0">
                  <a:srgbClr val="DCEBFF"/>
                </a:gs>
                <a:gs pos="100000">
                  <a:srgbClr val="BCD7FE"/>
                </a:gs>
              </a:gsLst>
              <a:lin ang="4200000" scaled="1"/>
            </a:gradFill>
            <a:ln w="53340" cap="rnd">
              <a:solidFill>
                <a:srgbClr val="5697F3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CARD 02.1 | 图像卡片 / 02 left landscape: mountains"/>
            <p:cNvSpPr/>
            <p:nvPr/>
          </p:nvSpPr>
          <p:spPr>
            <a:xfrm>
              <a:off x="5822061" y="1922263"/>
              <a:ext cx="852602" cy="515120"/>
            </a:xfrm>
            <a:custGeom>
              <a:avLst/>
              <a:gdLst/>
              <a:ahLst/>
              <a:cxnLst/>
              <a:rect l="0" t="0" r="r" b="b"/>
              <a:pathLst>
                <a:path w="852602" h="515120">
                  <a:moveTo>
                    <a:pt x="0" y="515120"/>
                  </a:moveTo>
                  <a:lnTo>
                    <a:pt x="229743" y="17111"/>
                  </a:lnTo>
                  <a:lnTo>
                    <a:pt x="270586" y="0"/>
                  </a:lnTo>
                  <a:lnTo>
                    <a:pt x="311429" y="37632"/>
                  </a:lnTo>
                  <a:lnTo>
                    <a:pt x="490118" y="341745"/>
                  </a:lnTo>
                  <a:lnTo>
                    <a:pt x="571805" y="188671"/>
                  </a:lnTo>
                  <a:lnTo>
                    <a:pt x="612648" y="173519"/>
                  </a:lnTo>
                  <a:lnTo>
                    <a:pt x="646344" y="204257"/>
                  </a:lnTo>
                  <a:lnTo>
                    <a:pt x="852602" y="443336"/>
                  </a:lnTo>
                  <a:close/>
                </a:path>
              </a:pathLst>
            </a:custGeom>
            <a:gradFill rotWithShape="1">
              <a:gsLst>
                <a:gs pos="0">
                  <a:srgbClr val="89BDFA">
                    <a:alpha val="95000"/>
                  </a:srgbClr>
                </a:gs>
                <a:gs pos="100000">
                  <a:srgbClr val="66A1F5">
                    <a:alpha val="95000"/>
                  </a:srgbClr>
                </a:gs>
              </a:gsLst>
              <a:lin ang="33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CARD 02.1 | 图像卡片 / 03 left landscape: sun"/>
            <p:cNvSpPr/>
            <p:nvPr/>
          </p:nvSpPr>
          <p:spPr>
            <a:xfrm>
              <a:off x="6410858" y="1779454"/>
              <a:ext cx="160020" cy="176022"/>
            </a:xfrm>
            <a:prstGeom prst="ellipse">
              <a:avLst/>
            </a:prstGeom>
            <a:gradFill rotWithShape="1">
              <a:gsLst>
                <a:gs pos="0">
                  <a:srgbClr val="9DCBFE">
                    <a:alpha val="95000"/>
                  </a:srgbClr>
                </a:gs>
                <a:gs pos="100000">
                  <a:srgbClr val="66A1F5">
                    <a:alpha val="95000"/>
                  </a:srgbClr>
                </a:gs>
              </a:gsLst>
              <a:lin ang="39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1" name="CARD 02.2 | 图像卡片"/>
          <p:cNvGrpSpPr/>
          <p:nvPr/>
        </p:nvGrpSpPr>
        <p:grpSpPr>
          <a:xfrm>
            <a:off x="7269480" y="1584960"/>
            <a:ext cx="1021080" cy="990600"/>
            <a:chOff x="7269480" y="1584960"/>
            <a:chExt cx="1021080" cy="990600"/>
          </a:xfrm>
        </p:grpSpPr>
        <p:sp>
          <p:nvSpPr>
            <p:cNvPr id="162" name="CARD 02.2 | 图像卡片 / 01 Image frame"/>
            <p:cNvSpPr/>
            <p:nvPr/>
          </p:nvSpPr>
          <p:spPr>
            <a:xfrm>
              <a:off x="7269480" y="1584960"/>
              <a:ext cx="1021080" cy="990600"/>
            </a:xfrm>
            <a:custGeom>
              <a:avLst/>
              <a:gdLst/>
              <a:ahLst/>
              <a:cxnLst/>
              <a:rect l="0" t="0" r="r" b="b"/>
              <a:pathLst>
                <a:path w="1021080" h="990600">
                  <a:moveTo>
                    <a:pt x="0" y="34671"/>
                  </a:moveTo>
                  <a:cubicBezTo>
                    <a:pt x="0" y="0"/>
                    <a:pt x="0" y="0"/>
                    <a:pt x="35738" y="1334"/>
                  </a:cubicBezTo>
                  <a:lnTo>
                    <a:pt x="985342" y="36766"/>
                  </a:lnTo>
                  <a:cubicBezTo>
                    <a:pt x="1021080" y="38100"/>
                    <a:pt x="1021080" y="38100"/>
                    <a:pt x="1021080" y="70371"/>
                  </a:cubicBezTo>
                  <a:lnTo>
                    <a:pt x="1021080" y="927849"/>
                  </a:lnTo>
                  <a:cubicBezTo>
                    <a:pt x="1021080" y="960120"/>
                    <a:pt x="1021080" y="960120"/>
                    <a:pt x="985342" y="961187"/>
                  </a:cubicBezTo>
                  <a:lnTo>
                    <a:pt x="35738" y="989533"/>
                  </a:lnTo>
                  <a:cubicBezTo>
                    <a:pt x="0" y="990600"/>
                    <a:pt x="0" y="990600"/>
                    <a:pt x="0" y="955929"/>
                  </a:cubicBezTo>
                  <a:close/>
                </a:path>
              </a:pathLst>
            </a:custGeom>
            <a:gradFill rotWithShape="1">
              <a:gsLst>
                <a:gs pos="0">
                  <a:srgbClr val="DCEBFF"/>
                </a:gs>
                <a:gs pos="100000">
                  <a:srgbClr val="BCD7FE"/>
                </a:gs>
              </a:gsLst>
              <a:lin ang="4200000" scaled="1"/>
            </a:gradFill>
            <a:ln w="53340" cap="rnd">
              <a:solidFill>
                <a:srgbClr val="7B71E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CARD 02.2 | 图像卡片 / 02 middle landscape: mountains"/>
            <p:cNvSpPr/>
            <p:nvPr/>
          </p:nvSpPr>
          <p:spPr>
            <a:xfrm>
              <a:off x="7346061" y="1953874"/>
              <a:ext cx="852602" cy="432163"/>
            </a:xfrm>
            <a:custGeom>
              <a:avLst/>
              <a:gdLst/>
              <a:ahLst/>
              <a:cxnLst/>
              <a:rect l="0" t="0" r="r" b="b"/>
              <a:pathLst>
                <a:path w="852602" h="432163">
                  <a:moveTo>
                    <a:pt x="0" y="432163"/>
                  </a:moveTo>
                  <a:lnTo>
                    <a:pt x="229743" y="15976"/>
                  </a:lnTo>
                  <a:lnTo>
                    <a:pt x="270586" y="0"/>
                  </a:lnTo>
                  <a:lnTo>
                    <a:pt x="311429" y="31380"/>
                  </a:lnTo>
                  <a:lnTo>
                    <a:pt x="490118" y="299957"/>
                  </a:lnTo>
                  <a:lnTo>
                    <a:pt x="571805" y="161952"/>
                  </a:lnTo>
                  <a:lnTo>
                    <a:pt x="612648" y="147844"/>
                  </a:lnTo>
                  <a:lnTo>
                    <a:pt x="646344" y="176186"/>
                  </a:lnTo>
                  <a:lnTo>
                    <a:pt x="852602" y="408311"/>
                  </a:lnTo>
                  <a:close/>
                </a:path>
              </a:pathLst>
            </a:custGeom>
            <a:gradFill rotWithShape="1">
              <a:gsLst>
                <a:gs pos="0">
                  <a:srgbClr val="89BDFA">
                    <a:alpha val="95000"/>
                  </a:srgbClr>
                </a:gs>
                <a:gs pos="100000">
                  <a:srgbClr val="7675EA">
                    <a:alpha val="95000"/>
                  </a:srgbClr>
                </a:gs>
              </a:gsLst>
              <a:lin ang="33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CARD 02.2 | 图像卡片 / 03 middle landscape: sun"/>
            <p:cNvSpPr/>
            <p:nvPr/>
          </p:nvSpPr>
          <p:spPr>
            <a:xfrm>
              <a:off x="7934858" y="1800816"/>
              <a:ext cx="160020" cy="176022"/>
            </a:xfrm>
            <a:prstGeom prst="ellipse">
              <a:avLst/>
            </a:prstGeom>
            <a:gradFill rotWithShape="1">
              <a:gsLst>
                <a:gs pos="0">
                  <a:srgbClr val="9DCBFE">
                    <a:alpha val="95000"/>
                  </a:srgbClr>
                </a:gs>
                <a:gs pos="100000">
                  <a:srgbClr val="7675EA">
                    <a:alpha val="95000"/>
                  </a:srgbClr>
                </a:gs>
              </a:gsLst>
              <a:lin ang="39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CARD 02.3 | 图像卡片"/>
          <p:cNvGrpSpPr/>
          <p:nvPr/>
        </p:nvGrpSpPr>
        <p:grpSpPr>
          <a:xfrm>
            <a:off x="8816340" y="1455420"/>
            <a:ext cx="1036320" cy="1219200"/>
            <a:chOff x="8816340" y="1455420"/>
            <a:chExt cx="1036320" cy="1219200"/>
          </a:xfrm>
        </p:grpSpPr>
        <p:sp>
          <p:nvSpPr>
            <p:cNvPr id="166" name="CARD 02.3 | 图像卡片 / 01 Image frame"/>
            <p:cNvSpPr/>
            <p:nvPr/>
          </p:nvSpPr>
          <p:spPr>
            <a:xfrm>
              <a:off x="8816340" y="1455420"/>
              <a:ext cx="1036320" cy="1219200"/>
            </a:xfrm>
            <a:custGeom>
              <a:avLst/>
              <a:gdLst/>
              <a:ahLst/>
              <a:cxnLst/>
              <a:rect l="0" t="0" r="r" b="b"/>
              <a:pathLst>
                <a:path w="1036320" h="1219200">
                  <a:moveTo>
                    <a:pt x="0" y="192557"/>
                  </a:moveTo>
                  <a:cubicBezTo>
                    <a:pt x="0" y="160020"/>
                    <a:pt x="0" y="160020"/>
                    <a:pt x="36271" y="154419"/>
                  </a:cubicBezTo>
                  <a:lnTo>
                    <a:pt x="1000049" y="5601"/>
                  </a:lnTo>
                  <a:cubicBezTo>
                    <a:pt x="1036320" y="0"/>
                    <a:pt x="1036320" y="0"/>
                    <a:pt x="1036320" y="42672"/>
                  </a:cubicBezTo>
                  <a:lnTo>
                    <a:pt x="1036320" y="1176528"/>
                  </a:lnTo>
                  <a:cubicBezTo>
                    <a:pt x="1036320" y="1219200"/>
                    <a:pt x="1036320" y="1219200"/>
                    <a:pt x="1000049" y="1214666"/>
                  </a:cubicBezTo>
                  <a:lnTo>
                    <a:pt x="36271" y="1094194"/>
                  </a:lnTo>
                  <a:cubicBezTo>
                    <a:pt x="0" y="1089660"/>
                    <a:pt x="0" y="1089660"/>
                    <a:pt x="0" y="1057123"/>
                  </a:cubicBezTo>
                  <a:close/>
                </a:path>
              </a:pathLst>
            </a:custGeom>
            <a:gradFill rotWithShape="1">
              <a:gsLst>
                <a:gs pos="0">
                  <a:srgbClr val="DCEBFF"/>
                </a:gs>
                <a:gs pos="100000">
                  <a:srgbClr val="BCD7FE"/>
                </a:gs>
              </a:gsLst>
              <a:lin ang="4200000" scaled="1"/>
            </a:gradFill>
            <a:ln w="53340" cap="rnd">
              <a:solidFill>
                <a:srgbClr val="757AE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CARD 02.3 | 图像卡片 / 02 right landscape: mountains"/>
            <p:cNvSpPr/>
            <p:nvPr/>
          </p:nvSpPr>
          <p:spPr>
            <a:xfrm>
              <a:off x="8894064" y="1939370"/>
              <a:ext cx="865327" cy="484963"/>
            </a:xfrm>
            <a:custGeom>
              <a:avLst/>
              <a:gdLst/>
              <a:ahLst/>
              <a:cxnLst/>
              <a:rect l="0" t="0" r="r" b="b"/>
              <a:pathLst>
                <a:path w="865327" h="484963">
                  <a:moveTo>
                    <a:pt x="0" y="434667"/>
                  </a:moveTo>
                  <a:lnTo>
                    <a:pt x="233172" y="19419"/>
                  </a:lnTo>
                  <a:lnTo>
                    <a:pt x="274625" y="0"/>
                  </a:lnTo>
                  <a:lnTo>
                    <a:pt x="316078" y="31131"/>
                  </a:lnTo>
                  <a:lnTo>
                    <a:pt x="497434" y="328694"/>
                  </a:lnTo>
                  <a:lnTo>
                    <a:pt x="580339" y="170185"/>
                  </a:lnTo>
                  <a:lnTo>
                    <a:pt x="621792" y="153104"/>
                  </a:lnTo>
                  <a:lnTo>
                    <a:pt x="655991" y="186832"/>
                  </a:lnTo>
                  <a:lnTo>
                    <a:pt x="865327" y="484963"/>
                  </a:lnTo>
                  <a:close/>
                </a:path>
              </a:pathLst>
            </a:custGeom>
            <a:gradFill rotWithShape="1">
              <a:gsLst>
                <a:gs pos="0">
                  <a:srgbClr val="89BDFA">
                    <a:alpha val="95000"/>
                  </a:srgbClr>
                </a:gs>
                <a:gs pos="100000">
                  <a:srgbClr val="6195EF">
                    <a:alpha val="95000"/>
                  </a:srgbClr>
                </a:gs>
              </a:gsLst>
              <a:lin ang="33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CARD 02.3 | 图像卡片 / 03 right landscape: sun"/>
            <p:cNvSpPr/>
            <p:nvPr/>
          </p:nvSpPr>
          <p:spPr>
            <a:xfrm>
              <a:off x="9492844" y="1743806"/>
              <a:ext cx="160020" cy="176022"/>
            </a:xfrm>
            <a:prstGeom prst="ellipse">
              <a:avLst/>
            </a:prstGeom>
            <a:gradFill rotWithShape="1">
              <a:gsLst>
                <a:gs pos="0">
                  <a:srgbClr val="9DCBFE">
                    <a:alpha val="95000"/>
                  </a:srgbClr>
                </a:gs>
                <a:gs pos="100000">
                  <a:srgbClr val="6195EF">
                    <a:alpha val="95000"/>
                  </a:srgbClr>
                </a:gs>
              </a:gsLst>
              <a:lin ang="39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9" name="ARROW 02.3 | 原生双向箭头（黄色手柄）"/>
          <p:cNvSpPr/>
          <p:nvPr/>
        </p:nvSpPr>
        <p:spPr>
          <a:xfrm>
            <a:off x="6850380" y="1996440"/>
            <a:ext cx="335280" cy="190500"/>
          </a:xfrm>
          <a:prstGeom prst="leftRightArrow">
            <a:avLst>
              <a:gd name="adj1" fmla="val 42000"/>
              <a:gd name="adj2" fmla="val 52000"/>
            </a:avLst>
          </a:prstGeom>
          <a:gradFill rotWithShape="1">
            <a:gsLst>
              <a:gs pos="0">
                <a:srgbClr val="A0A6F1"/>
              </a:gs>
              <a:gs pos="100000">
                <a:srgbClr val="9184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ARROW 02.4 | 原生双向箭头（黄色手柄）"/>
          <p:cNvSpPr/>
          <p:nvPr/>
        </p:nvSpPr>
        <p:spPr>
          <a:xfrm>
            <a:off x="8389620" y="1996440"/>
            <a:ext cx="335280" cy="190500"/>
          </a:xfrm>
          <a:prstGeom prst="leftRightArrow">
            <a:avLst>
              <a:gd name="adj1" fmla="val 42000"/>
              <a:gd name="adj2" fmla="val 52000"/>
            </a:avLst>
          </a:prstGeom>
          <a:gradFill rotWithShape="1">
            <a:gsLst>
              <a:gs pos="0">
                <a:srgbClr val="A0A6F1"/>
              </a:gs>
              <a:gs pos="100000">
                <a:srgbClr val="9184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1" name="FX 03 | 背景柔光"/>
          <p:cNvGrpSpPr/>
          <p:nvPr/>
        </p:nvGrpSpPr>
        <p:grpSpPr>
          <a:xfrm>
            <a:off x="11582400" y="807720"/>
            <a:ext cx="2651760" cy="2651760"/>
            <a:chOff x="11582400" y="807720"/>
            <a:chExt cx="2651760" cy="2651760"/>
          </a:xfrm>
        </p:grpSpPr>
        <p:sp>
          <p:nvSpPr>
            <p:cNvPr id="172" name="FX 03 | 背景柔光 / 01 03: pale target light: halo 01"/>
            <p:cNvSpPr/>
            <p:nvPr/>
          </p:nvSpPr>
          <p:spPr>
            <a:xfrm>
              <a:off x="11582400" y="807720"/>
              <a:ext cx="2651760" cy="2651760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FX 03 | 背景柔光 / 02 03: pale target light: halo 02"/>
            <p:cNvSpPr/>
            <p:nvPr/>
          </p:nvSpPr>
          <p:spPr>
            <a:xfrm>
              <a:off x="11630463" y="855783"/>
              <a:ext cx="2555634" cy="2555634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FX 03 | 背景柔光 / 03 03: pale target light: halo 03"/>
            <p:cNvSpPr/>
            <p:nvPr/>
          </p:nvSpPr>
          <p:spPr>
            <a:xfrm>
              <a:off x="11678526" y="903846"/>
              <a:ext cx="2459507" cy="2459507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FX 03 | 背景柔光 / 04 03: pale target light: halo 04"/>
            <p:cNvSpPr/>
            <p:nvPr/>
          </p:nvSpPr>
          <p:spPr>
            <a:xfrm>
              <a:off x="11726589" y="951909"/>
              <a:ext cx="2363381" cy="2363381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FX 03 | 背景柔光 / 05 03: pale target light: halo 05"/>
            <p:cNvSpPr/>
            <p:nvPr/>
          </p:nvSpPr>
          <p:spPr>
            <a:xfrm>
              <a:off x="11774653" y="999973"/>
              <a:ext cx="2267255" cy="2267255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FX 03 | 背景柔光 / 06 03: pale target light: halo 06"/>
            <p:cNvSpPr/>
            <p:nvPr/>
          </p:nvSpPr>
          <p:spPr>
            <a:xfrm>
              <a:off x="11822716" y="1048036"/>
              <a:ext cx="2171128" cy="2171128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FX 03 | 背景柔光 / 07 03: pale target light: halo 07"/>
            <p:cNvSpPr/>
            <p:nvPr/>
          </p:nvSpPr>
          <p:spPr>
            <a:xfrm>
              <a:off x="11870779" y="1096099"/>
              <a:ext cx="2075002" cy="2075002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FX 03 | 背景柔光 / 08 03: pale target light: halo 08"/>
            <p:cNvSpPr/>
            <p:nvPr/>
          </p:nvSpPr>
          <p:spPr>
            <a:xfrm>
              <a:off x="11918842" y="1144162"/>
              <a:ext cx="1978876" cy="1978876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FX 03 | 背景柔光 / 09 03: pale target light: halo 09"/>
            <p:cNvSpPr/>
            <p:nvPr/>
          </p:nvSpPr>
          <p:spPr>
            <a:xfrm>
              <a:off x="11966905" y="1192225"/>
              <a:ext cx="1882750" cy="1882750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FX 03 | 背景柔光 / 10 03: pale target light: halo 10"/>
            <p:cNvSpPr/>
            <p:nvPr/>
          </p:nvSpPr>
          <p:spPr>
            <a:xfrm>
              <a:off x="12014968" y="1240288"/>
              <a:ext cx="1786623" cy="1786623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FX 03 | 背景柔光 / 11 03: pale target light: halo 11"/>
            <p:cNvSpPr/>
            <p:nvPr/>
          </p:nvSpPr>
          <p:spPr>
            <a:xfrm>
              <a:off x="12063032" y="1288352"/>
              <a:ext cx="1690497" cy="1690497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FX 03 | 背景柔光 / 12 03: pale target light: halo 12"/>
            <p:cNvSpPr/>
            <p:nvPr/>
          </p:nvSpPr>
          <p:spPr>
            <a:xfrm>
              <a:off x="12111095" y="1336415"/>
              <a:ext cx="1594371" cy="1594371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FX 03 | 背景柔光 / 13 03: pale target light: halo 13"/>
            <p:cNvSpPr/>
            <p:nvPr/>
          </p:nvSpPr>
          <p:spPr>
            <a:xfrm>
              <a:off x="12159158" y="1384478"/>
              <a:ext cx="1498244" cy="1498244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FX 03 | 背景柔光 / 14 03: pale target light: halo 14"/>
            <p:cNvSpPr/>
            <p:nvPr/>
          </p:nvSpPr>
          <p:spPr>
            <a:xfrm>
              <a:off x="12207221" y="1432541"/>
              <a:ext cx="1402118" cy="1402118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FX 03 | 背景柔光 / 15 03: pale target light: halo 15"/>
            <p:cNvSpPr/>
            <p:nvPr/>
          </p:nvSpPr>
          <p:spPr>
            <a:xfrm>
              <a:off x="12255284" y="1480604"/>
              <a:ext cx="1305992" cy="1305992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FX 03 | 背景柔光 / 16 03: pale target light: halo 16"/>
            <p:cNvSpPr/>
            <p:nvPr/>
          </p:nvSpPr>
          <p:spPr>
            <a:xfrm>
              <a:off x="12303347" y="1528667"/>
              <a:ext cx="1209866" cy="1209866"/>
            </a:xfrm>
            <a:prstGeom prst="ellipse">
              <a:avLst/>
            </a:prstGeom>
            <a:solidFill>
              <a:srgbClr val="9CBFF0">
                <a:alpha val="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8" name="ARROW 03.O1 | 红色向外箭头（黄色手柄）"/>
          <p:cNvSpPr/>
          <p:nvPr/>
        </p:nvSpPr>
        <p:spPr>
          <a:xfrm>
            <a:off x="13891260" y="1965960"/>
            <a:ext cx="807720" cy="335280"/>
          </a:xfrm>
          <a:prstGeom prst="rightArrow">
            <a:avLst>
              <a:gd name="adj1" fmla="val 38636"/>
              <a:gd name="adj2" fmla="val 77272"/>
            </a:avLst>
          </a:prstGeom>
          <a:gradFill rotWithShape="1">
            <a:gsLst>
              <a:gs pos="0">
                <a:srgbClr val="FC7788">
                  <a:alpha val="12000"/>
                </a:srgbClr>
              </a:gs>
              <a:gs pos="50000">
                <a:srgbClr val="FC7788">
                  <a:alpha val="80000"/>
                </a:srgbClr>
              </a:gs>
              <a:gs pos="100000">
                <a:srgbClr val="FC778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ARROW 03.O2 | 红色向外箭头（黄色手柄）"/>
          <p:cNvSpPr/>
          <p:nvPr/>
        </p:nvSpPr>
        <p:spPr>
          <a:xfrm rot="2700000">
            <a:off x="13480601" y="2957381"/>
            <a:ext cx="838199" cy="335279"/>
          </a:xfrm>
          <a:prstGeom prst="rightArrow">
            <a:avLst>
              <a:gd name="adj1" fmla="val 38636"/>
              <a:gd name="adj2" fmla="val 77272"/>
            </a:avLst>
          </a:prstGeom>
          <a:gradFill rotWithShape="1">
            <a:gsLst>
              <a:gs pos="0">
                <a:srgbClr val="FC7788">
                  <a:alpha val="12000"/>
                </a:srgbClr>
              </a:gs>
              <a:gs pos="50000">
                <a:srgbClr val="FC7788">
                  <a:alpha val="80000"/>
                </a:srgbClr>
              </a:gs>
              <a:gs pos="100000">
                <a:srgbClr val="FC778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ARROW 03.O3 | 红色向外箭头（黄色手柄）"/>
          <p:cNvSpPr/>
          <p:nvPr/>
        </p:nvSpPr>
        <p:spPr>
          <a:xfrm rot="5400000">
            <a:off x="12618720" y="3238500"/>
            <a:ext cx="579120" cy="335280"/>
          </a:xfrm>
          <a:prstGeom prst="rightArrow">
            <a:avLst>
              <a:gd name="adj1" fmla="val 38636"/>
              <a:gd name="adj2" fmla="val 77272"/>
            </a:avLst>
          </a:prstGeom>
          <a:gradFill rotWithShape="1">
            <a:gsLst>
              <a:gs pos="0">
                <a:srgbClr val="FC7788">
                  <a:alpha val="12000"/>
                </a:srgbClr>
              </a:gs>
              <a:gs pos="50000">
                <a:srgbClr val="FC7788">
                  <a:alpha val="80000"/>
                </a:srgbClr>
              </a:gs>
              <a:gs pos="100000">
                <a:srgbClr val="FC778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ARROW 03.O4 | 红色向外箭头（黄色手柄）"/>
          <p:cNvSpPr/>
          <p:nvPr/>
        </p:nvSpPr>
        <p:spPr>
          <a:xfrm rot="8100001">
            <a:off x="11497760" y="2957381"/>
            <a:ext cx="838200" cy="335280"/>
          </a:xfrm>
          <a:prstGeom prst="rightArrow">
            <a:avLst>
              <a:gd name="adj1" fmla="val 38636"/>
              <a:gd name="adj2" fmla="val 77272"/>
            </a:avLst>
          </a:prstGeom>
          <a:gradFill rotWithShape="1">
            <a:gsLst>
              <a:gs pos="0">
                <a:srgbClr val="FC7788">
                  <a:alpha val="12000"/>
                </a:srgbClr>
              </a:gs>
              <a:gs pos="50000">
                <a:srgbClr val="FC7788">
                  <a:alpha val="80000"/>
                </a:srgbClr>
              </a:gs>
              <a:gs pos="100000">
                <a:srgbClr val="FC778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ARROW 03.O5 | 红色向外箭头（黄色手柄）"/>
          <p:cNvSpPr/>
          <p:nvPr/>
        </p:nvSpPr>
        <p:spPr>
          <a:xfrm rot="10800000">
            <a:off x="11117580" y="1965960"/>
            <a:ext cx="807720" cy="335280"/>
          </a:xfrm>
          <a:prstGeom prst="rightArrow">
            <a:avLst>
              <a:gd name="adj1" fmla="val 38636"/>
              <a:gd name="adj2" fmla="val 77272"/>
            </a:avLst>
          </a:prstGeom>
          <a:gradFill rotWithShape="1">
            <a:gsLst>
              <a:gs pos="0">
                <a:srgbClr val="FC7788">
                  <a:alpha val="12000"/>
                </a:srgbClr>
              </a:gs>
              <a:gs pos="50000">
                <a:srgbClr val="FC7788">
                  <a:alpha val="80000"/>
                </a:srgbClr>
              </a:gs>
              <a:gs pos="100000">
                <a:srgbClr val="FC778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ARROW 03.O6 | 红色向外箭头（黄色手柄）"/>
          <p:cNvSpPr/>
          <p:nvPr/>
        </p:nvSpPr>
        <p:spPr>
          <a:xfrm rot="13500000">
            <a:off x="11497759" y="974539"/>
            <a:ext cx="838200" cy="335280"/>
          </a:xfrm>
          <a:prstGeom prst="rightArrow">
            <a:avLst>
              <a:gd name="adj1" fmla="val 38636"/>
              <a:gd name="adj2" fmla="val 77272"/>
            </a:avLst>
          </a:prstGeom>
          <a:gradFill rotWithShape="1">
            <a:gsLst>
              <a:gs pos="0">
                <a:srgbClr val="FC7788">
                  <a:alpha val="12000"/>
                </a:srgbClr>
              </a:gs>
              <a:gs pos="50000">
                <a:srgbClr val="FC7788">
                  <a:alpha val="80000"/>
                </a:srgbClr>
              </a:gs>
              <a:gs pos="100000">
                <a:srgbClr val="FC778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ARROW 03.O7 | 红色向外箭头（黄色手柄）"/>
          <p:cNvSpPr/>
          <p:nvPr/>
        </p:nvSpPr>
        <p:spPr>
          <a:xfrm rot="16200000">
            <a:off x="12576810" y="651510"/>
            <a:ext cx="662940" cy="335280"/>
          </a:xfrm>
          <a:prstGeom prst="rightArrow">
            <a:avLst>
              <a:gd name="adj1" fmla="val 38636"/>
              <a:gd name="adj2" fmla="val 77272"/>
            </a:avLst>
          </a:prstGeom>
          <a:gradFill rotWithShape="1">
            <a:gsLst>
              <a:gs pos="0">
                <a:srgbClr val="FC7788">
                  <a:alpha val="12000"/>
                </a:srgbClr>
              </a:gs>
              <a:gs pos="50000">
                <a:srgbClr val="FC7788">
                  <a:alpha val="80000"/>
                </a:srgbClr>
              </a:gs>
              <a:gs pos="100000">
                <a:srgbClr val="FC778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ARROW 03.O8 | 红色向外箭头（黄色手柄）"/>
          <p:cNvSpPr/>
          <p:nvPr/>
        </p:nvSpPr>
        <p:spPr>
          <a:xfrm rot="18899999">
            <a:off x="13480601" y="974540"/>
            <a:ext cx="838200" cy="335280"/>
          </a:xfrm>
          <a:prstGeom prst="rightArrow">
            <a:avLst>
              <a:gd name="adj1" fmla="val 38636"/>
              <a:gd name="adj2" fmla="val 77272"/>
            </a:avLst>
          </a:prstGeom>
          <a:gradFill rotWithShape="1">
            <a:gsLst>
              <a:gs pos="0">
                <a:srgbClr val="FC7788">
                  <a:alpha val="12000"/>
                </a:srgbClr>
              </a:gs>
              <a:gs pos="50000">
                <a:srgbClr val="FC7788">
                  <a:alpha val="80000"/>
                </a:srgbClr>
              </a:gs>
              <a:gs pos="100000">
                <a:srgbClr val="FC778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ARGET 03.1 | 独立同心圆"/>
          <p:cNvSpPr/>
          <p:nvPr/>
        </p:nvSpPr>
        <p:spPr>
          <a:xfrm>
            <a:off x="11780520" y="1005840"/>
            <a:ext cx="2255520" cy="2255520"/>
          </a:xfrm>
          <a:prstGeom prst="ellipse">
            <a:avLst/>
          </a:prstGeom>
          <a:gradFill rotWithShape="1">
            <a:gsLst>
              <a:gs pos="0">
                <a:srgbClr val="F1F7FD"/>
              </a:gs>
              <a:gs pos="100000">
                <a:srgbClr val="E8F1FC"/>
              </a:gs>
            </a:gsLst>
            <a:lin ang="3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ARGET 03.2 | 独立同心圆"/>
          <p:cNvSpPr/>
          <p:nvPr/>
        </p:nvSpPr>
        <p:spPr>
          <a:xfrm>
            <a:off x="12100560" y="1325880"/>
            <a:ext cx="1615440" cy="1615440"/>
          </a:xfrm>
          <a:prstGeom prst="ellipse">
            <a:avLst/>
          </a:prstGeom>
          <a:gradFill rotWithShape="1">
            <a:gsLst>
              <a:gs pos="0">
                <a:srgbClr val="D8E9FD"/>
              </a:gs>
              <a:gs pos="100000">
                <a:srgbClr val="CCE1FC"/>
              </a:gs>
            </a:gsLst>
            <a:lin ang="3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ARGET 03.3 | 独立同心圆"/>
          <p:cNvSpPr/>
          <p:nvPr/>
        </p:nvSpPr>
        <p:spPr>
          <a:xfrm>
            <a:off x="12397740" y="1623060"/>
            <a:ext cx="1021080" cy="1021080"/>
          </a:xfrm>
          <a:prstGeom prst="ellipse">
            <a:avLst/>
          </a:prstGeom>
          <a:gradFill rotWithShape="1">
            <a:gsLst>
              <a:gs pos="0">
                <a:srgbClr val="C6DFFE"/>
              </a:gs>
              <a:gs pos="100000">
                <a:srgbClr val="B9D6FE"/>
              </a:gs>
            </a:gsLst>
            <a:lin ang="3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ARGET 03.4 | 独立同心圆"/>
          <p:cNvSpPr/>
          <p:nvPr/>
        </p:nvSpPr>
        <p:spPr>
          <a:xfrm>
            <a:off x="12626340" y="1851660"/>
            <a:ext cx="563880" cy="563880"/>
          </a:xfrm>
          <a:prstGeom prst="ellipse">
            <a:avLst/>
          </a:prstGeom>
          <a:gradFill rotWithShape="1">
            <a:gsLst>
              <a:gs pos="0">
                <a:srgbClr val="4191FC"/>
              </a:gs>
              <a:gs pos="100000">
                <a:srgbClr val="2578F7"/>
              </a:gs>
            </a:gsLst>
            <a:lin ang="3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ARROW 03.I1 | 绿色向内箭头（黄色手柄）"/>
          <p:cNvSpPr/>
          <p:nvPr/>
        </p:nvSpPr>
        <p:spPr>
          <a:xfrm rot="13500000">
            <a:off x="13201023" y="2517783"/>
            <a:ext cx="502920" cy="320041"/>
          </a:xfrm>
          <a:prstGeom prst="rightArrow">
            <a:avLst>
              <a:gd name="adj1" fmla="val 40475"/>
              <a:gd name="adj2" fmla="val 71428"/>
            </a:avLst>
          </a:prstGeom>
          <a:gradFill rotWithShape="1">
            <a:gsLst>
              <a:gs pos="0">
                <a:srgbClr val="2FB69F">
                  <a:alpha val="15000"/>
                </a:srgbClr>
              </a:gs>
              <a:gs pos="50000">
                <a:srgbClr val="2FB69F">
                  <a:alpha val="80000"/>
                </a:srgbClr>
              </a:gs>
              <a:gs pos="100000">
                <a:srgbClr val="2FB69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ARROW 03.I2 | 绿色向内箭头（黄色手柄）"/>
          <p:cNvSpPr/>
          <p:nvPr/>
        </p:nvSpPr>
        <p:spPr>
          <a:xfrm rot="18899998">
            <a:off x="12112617" y="2517783"/>
            <a:ext cx="502919" cy="320040"/>
          </a:xfrm>
          <a:prstGeom prst="rightArrow">
            <a:avLst>
              <a:gd name="adj1" fmla="val 40476"/>
              <a:gd name="adj2" fmla="val 71428"/>
            </a:avLst>
          </a:prstGeom>
          <a:gradFill rotWithShape="1">
            <a:gsLst>
              <a:gs pos="0">
                <a:srgbClr val="2FB69F">
                  <a:alpha val="15000"/>
                </a:srgbClr>
              </a:gs>
              <a:gs pos="50000">
                <a:srgbClr val="2FB69F">
                  <a:alpha val="80000"/>
                </a:srgbClr>
              </a:gs>
              <a:gs pos="100000">
                <a:srgbClr val="2FB69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ARROW 03.I3 | 绿色向内箭头（黄色手柄）"/>
          <p:cNvSpPr/>
          <p:nvPr/>
        </p:nvSpPr>
        <p:spPr>
          <a:xfrm rot="2700000">
            <a:off x="12112617" y="1429377"/>
            <a:ext cx="502919" cy="320039"/>
          </a:xfrm>
          <a:prstGeom prst="rightArrow">
            <a:avLst>
              <a:gd name="adj1" fmla="val 40476"/>
              <a:gd name="adj2" fmla="val 71428"/>
            </a:avLst>
          </a:prstGeom>
          <a:gradFill rotWithShape="1">
            <a:gsLst>
              <a:gs pos="0">
                <a:srgbClr val="2FB69F">
                  <a:alpha val="15000"/>
                </a:srgbClr>
              </a:gs>
              <a:gs pos="50000">
                <a:srgbClr val="2FB69F">
                  <a:alpha val="80000"/>
                </a:srgbClr>
              </a:gs>
              <a:gs pos="100000">
                <a:srgbClr val="2FB69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ARROW 03.I4 | 绿色向内箭头（黄色手柄）"/>
          <p:cNvSpPr/>
          <p:nvPr/>
        </p:nvSpPr>
        <p:spPr>
          <a:xfrm rot="8100002">
            <a:off x="13201023" y="1429376"/>
            <a:ext cx="502919" cy="320040"/>
          </a:xfrm>
          <a:prstGeom prst="rightArrow">
            <a:avLst>
              <a:gd name="adj1" fmla="val 40476"/>
              <a:gd name="adj2" fmla="val 71428"/>
            </a:avLst>
          </a:prstGeom>
          <a:gradFill rotWithShape="1">
            <a:gsLst>
              <a:gs pos="0">
                <a:srgbClr val="2FB69F">
                  <a:alpha val="15000"/>
                </a:srgbClr>
              </a:gs>
              <a:gs pos="50000">
                <a:srgbClr val="2FB69F">
                  <a:alpha val="80000"/>
                </a:srgbClr>
              </a:gs>
              <a:gs pos="100000">
                <a:srgbClr val="2FB69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 01.3 | 速度符号 v"/>
          <p:cNvSpPr txBox="1"/>
          <p:nvPr/>
        </p:nvSpPr>
        <p:spPr>
          <a:xfrm>
            <a:off x="3756660" y="2385060"/>
            <a:ext cx="548640" cy="807720"/>
          </a:xfrm>
          <a:prstGeom prst="rect">
            <a:avLst/>
          </a:prstGeom>
          <a:noFill/>
        </p:spPr>
        <p:txBody>
          <a:bodyPr wrap="none" tIns="0" bIns="0" lIns="0" r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1" sz="6120">
                <a:solidFill>
                  <a:srgbClr val="2A82FA"/>
                </a:solidFill>
                <a:latin typeface="Arial"/>
              </a:rPr>
              <a:t>v</a:t>
            </a:r>
          </a:p>
        </p:txBody>
      </p:sp>
      <p:sp>
        <p:nvSpPr>
          <p:cNvPr id="205" name="TEXT 01.1 | 1)  Generative Trajectory"/>
          <p:cNvSpPr txBox="1"/>
          <p:nvPr/>
        </p:nvSpPr>
        <p:spPr>
          <a:xfrm>
            <a:off x="190500" y="3817620"/>
            <a:ext cx="5029200" cy="441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C2941"/>
                </a:solidFill>
                <a:latin typeface="Arial"/>
              </a:rPr>
              <a:t>1)  Generative Trajectory</a:t>
            </a:r>
          </a:p>
        </p:txBody>
      </p:sp>
      <p:sp>
        <p:nvSpPr>
          <p:cNvPr id="206" name="TEXT 01.2 | Representation"/>
          <p:cNvSpPr txBox="1"/>
          <p:nvPr/>
        </p:nvSpPr>
        <p:spPr>
          <a:xfrm>
            <a:off x="373380" y="4236720"/>
            <a:ext cx="4953000" cy="441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C2941"/>
                </a:solidFill>
                <a:latin typeface="Arial"/>
              </a:rPr>
              <a:t>Representation</a:t>
            </a:r>
          </a:p>
        </p:txBody>
      </p:sp>
      <p:sp>
        <p:nvSpPr>
          <p:cNvPr id="207" name="TEXT 02.1 | 2)  Trajectory Consistency"/>
          <p:cNvSpPr txBox="1"/>
          <p:nvPr/>
        </p:nvSpPr>
        <p:spPr>
          <a:xfrm>
            <a:off x="5212080" y="3817620"/>
            <a:ext cx="5181600" cy="441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C2941"/>
                </a:solidFill>
                <a:latin typeface="Arial"/>
              </a:rPr>
              <a:t>2)  Trajectory Consistency</a:t>
            </a:r>
          </a:p>
        </p:txBody>
      </p:sp>
      <p:sp>
        <p:nvSpPr>
          <p:cNvPr id="208" name="TEXT 02.2 | Evolution"/>
          <p:cNvSpPr txBox="1"/>
          <p:nvPr/>
        </p:nvSpPr>
        <p:spPr>
          <a:xfrm>
            <a:off x="5547360" y="4267200"/>
            <a:ext cx="4572000" cy="441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C2941"/>
                </a:solidFill>
                <a:latin typeface="Arial"/>
              </a:rPr>
              <a:t>Evolution</a:t>
            </a:r>
          </a:p>
        </p:txBody>
      </p:sp>
      <p:sp>
        <p:nvSpPr>
          <p:cNvPr id="209" name="TEXT 03.1 | 3)  Real-Centered Trajectory"/>
          <p:cNvSpPr txBox="1"/>
          <p:nvPr/>
        </p:nvSpPr>
        <p:spPr>
          <a:xfrm>
            <a:off x="10485120" y="3817620"/>
            <a:ext cx="4983480" cy="441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1C2941"/>
                </a:solidFill>
                <a:latin typeface="Arial"/>
              </a:rPr>
              <a:t>3)  Real-Centered Trajectory</a:t>
            </a:r>
          </a:p>
        </p:txBody>
      </p:sp>
      <p:sp>
        <p:nvSpPr>
          <p:cNvPr id="210" name="TEXT 03.2 | Optimization"/>
          <p:cNvSpPr txBox="1"/>
          <p:nvPr/>
        </p:nvSpPr>
        <p:spPr>
          <a:xfrm>
            <a:off x="10553700" y="4267200"/>
            <a:ext cx="4953000" cy="441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C2941"/>
                </a:solidFill>
                <a:latin typeface="Arial"/>
              </a:rPr>
              <a:t>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Trajectory Framework v3 — Independent Editable Components</dc:title>
  <dc:subject>Generative trajectory, consistency evolution, real-centered optimization</dc:subject>
  <dc:creator/>
  <cp:keywords>native editable shapes; vector; reference reconstruction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